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82" r:id="rId13"/>
    <p:sldId id="284" r:id="rId14"/>
    <p:sldId id="285" r:id="rId15"/>
    <p:sldId id="286" r:id="rId16"/>
    <p:sldId id="287" r:id="rId17"/>
    <p:sldId id="28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30C0E-F835-4DC5-94AF-40D0BBC8BCE1}" v="24" dt="2026-05-27T10:53:10.440"/>
    <p1510:client id="{ECC5C846-54E0-07F2-C142-A6A181297283}" v="2" dt="2026-05-27T23:02:12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s Palakumar" userId="5a266725900494ee" providerId="LiveId" clId="{897F1C0F-BB68-4E23-8B7B-8AA04CA9A8E2}"/>
    <pc:docChg chg="undo custSel addSld delSld modSld">
      <pc:chgData name="Thanus Palakumar" userId="5a266725900494ee" providerId="LiveId" clId="{897F1C0F-BB68-4E23-8B7B-8AA04CA9A8E2}" dt="2026-05-27T11:00:18.037" v="210" actId="1076"/>
      <pc:docMkLst>
        <pc:docMk/>
      </pc:docMkLst>
      <pc:sldChg chg="addSp delSp modSp mod">
        <pc:chgData name="Thanus Palakumar" userId="5a266725900494ee" providerId="LiveId" clId="{897F1C0F-BB68-4E23-8B7B-8AA04CA9A8E2}" dt="2026-05-27T10:24:24.958" v="152" actId="1076"/>
        <pc:sldMkLst>
          <pc:docMk/>
          <pc:sldMk cId="1158798929" sldId="268"/>
        </pc:sldMkLst>
        <pc:spChg chg="del">
          <ac:chgData name="Thanus Palakumar" userId="5a266725900494ee" providerId="LiveId" clId="{897F1C0F-BB68-4E23-8B7B-8AA04CA9A8E2}" dt="2026-05-27T10:23:51.509" v="138" actId="478"/>
          <ac:spMkLst>
            <pc:docMk/>
            <pc:sldMk cId="1158798929" sldId="268"/>
            <ac:spMk id="2" creationId="{79EFED12-1A83-2C5A-4874-355BE817A425}"/>
          </ac:spMkLst>
        </pc:spChg>
        <pc:spChg chg="del">
          <ac:chgData name="Thanus Palakumar" userId="5a266725900494ee" providerId="LiveId" clId="{897F1C0F-BB68-4E23-8B7B-8AA04CA9A8E2}" dt="2026-05-27T10:14:14.075" v="134" actId="478"/>
          <ac:spMkLst>
            <pc:docMk/>
            <pc:sldMk cId="1158798929" sldId="268"/>
            <ac:spMk id="3" creationId="{D232EB3A-9D18-C0D3-A8CC-998CFEDF24CB}"/>
          </ac:spMkLst>
        </pc:spChg>
        <pc:spChg chg="add del mod">
          <ac:chgData name="Thanus Palakumar" userId="5a266725900494ee" providerId="LiveId" clId="{897F1C0F-BB68-4E23-8B7B-8AA04CA9A8E2}" dt="2026-05-27T10:23:53.072" v="139" actId="478"/>
          <ac:spMkLst>
            <pc:docMk/>
            <pc:sldMk cId="1158798929" sldId="268"/>
            <ac:spMk id="9" creationId="{43F5EBAE-EF12-139F-4111-1E667C1D22B7}"/>
          </ac:spMkLst>
        </pc:spChg>
        <pc:picChg chg="add del mod">
          <ac:chgData name="Thanus Palakumar" userId="5a266725900494ee" providerId="LiveId" clId="{897F1C0F-BB68-4E23-8B7B-8AA04CA9A8E2}" dt="2026-05-27T10:24:21.695" v="150" actId="478"/>
          <ac:picMkLst>
            <pc:docMk/>
            <pc:sldMk cId="1158798929" sldId="268"/>
            <ac:picMk id="5" creationId="{080BDC48-2323-7251-558B-4EA211B1214F}"/>
          </ac:picMkLst>
        </pc:picChg>
        <pc:picChg chg="add mod ord">
          <ac:chgData name="Thanus Palakumar" userId="5a266725900494ee" providerId="LiveId" clId="{897F1C0F-BB68-4E23-8B7B-8AA04CA9A8E2}" dt="2026-05-27T10:24:24.958" v="152" actId="1076"/>
          <ac:picMkLst>
            <pc:docMk/>
            <pc:sldMk cId="1158798929" sldId="268"/>
            <ac:picMk id="7" creationId="{64932CCB-B90D-76CC-9434-F6EB73759A42}"/>
          </ac:picMkLst>
        </pc:picChg>
      </pc:sldChg>
      <pc:sldChg chg="addSp delSp modSp mod">
        <pc:chgData name="Thanus Palakumar" userId="5a266725900494ee" providerId="LiveId" clId="{897F1C0F-BB68-4E23-8B7B-8AA04CA9A8E2}" dt="2026-05-27T09:35:29.494" v="10" actId="1076"/>
        <pc:sldMkLst>
          <pc:docMk/>
          <pc:sldMk cId="792698" sldId="271"/>
        </pc:sldMkLst>
        <pc:grpChg chg="del mod">
          <ac:chgData name="Thanus Palakumar" userId="5a266725900494ee" providerId="LiveId" clId="{897F1C0F-BB68-4E23-8B7B-8AA04CA9A8E2}" dt="2026-05-27T09:35:17.200" v="6"/>
          <ac:grpSpMkLst>
            <pc:docMk/>
            <pc:sldMk cId="792698" sldId="271"/>
            <ac:grpSpMk id="10" creationId="{D08BA5D8-D4E6-F911-F2B3-6AD569AEF472}"/>
          </ac:grpSpMkLst>
        </pc:grpChg>
        <pc:picChg chg="add mod">
          <ac:chgData name="Thanus Palakumar" userId="5a266725900494ee" providerId="LiveId" clId="{897F1C0F-BB68-4E23-8B7B-8AA04CA9A8E2}" dt="2026-05-27T09:35:29.494" v="10" actId="1076"/>
          <ac:picMkLst>
            <pc:docMk/>
            <pc:sldMk cId="792698" sldId="271"/>
            <ac:picMk id="12" creationId="{CE806B51-D5F5-F3A4-A97B-6AFF78EF2596}"/>
          </ac:picMkLst>
        </pc:picChg>
        <pc:inkChg chg="del mod">
          <ac:chgData name="Thanus Palakumar" userId="5a266725900494ee" providerId="LiveId" clId="{897F1C0F-BB68-4E23-8B7B-8AA04CA9A8E2}" dt="2026-05-27T09:35:17.199" v="4"/>
          <ac:inkMkLst>
            <pc:docMk/>
            <pc:sldMk cId="792698" sldId="271"/>
            <ac:inkMk id="2" creationId="{D7FE0303-0055-EC41-5483-12D338A7A4A4}"/>
          </ac:inkMkLst>
        </pc:inkChg>
        <pc:inkChg chg="del">
          <ac:chgData name="Thanus Palakumar" userId="5a266725900494ee" providerId="LiveId" clId="{897F1C0F-BB68-4E23-8B7B-8AA04CA9A8E2}" dt="2026-05-27T09:35:17.194" v="0"/>
          <ac:inkMkLst>
            <pc:docMk/>
            <pc:sldMk cId="792698" sldId="271"/>
            <ac:inkMk id="3" creationId="{4C6603A6-2C91-6D05-E31B-C6D5A0F0B3B8}"/>
          </ac:inkMkLst>
        </pc:inkChg>
        <pc:inkChg chg="del mod">
          <ac:chgData name="Thanus Palakumar" userId="5a266725900494ee" providerId="LiveId" clId="{897F1C0F-BB68-4E23-8B7B-8AA04CA9A8E2}" dt="2026-05-27T09:35:17.200" v="6"/>
          <ac:inkMkLst>
            <pc:docMk/>
            <pc:sldMk cId="792698" sldId="271"/>
            <ac:inkMk id="4" creationId="{016BF334-1E75-C648-2AB5-1DDF7DFF1E11}"/>
          </ac:inkMkLst>
        </pc:inkChg>
        <pc:inkChg chg="mod">
          <ac:chgData name="Thanus Palakumar" userId="5a266725900494ee" providerId="LiveId" clId="{897F1C0F-BB68-4E23-8B7B-8AA04CA9A8E2}" dt="2026-05-27T09:35:17.200" v="6"/>
          <ac:inkMkLst>
            <pc:docMk/>
            <pc:sldMk cId="792698" sldId="271"/>
            <ac:inkMk id="5" creationId="{9C5973A2-BCDE-B66E-1180-0CB8563949CE}"/>
          </ac:inkMkLst>
        </pc:inkChg>
        <pc:inkChg chg="del mod">
          <ac:chgData name="Thanus Palakumar" userId="5a266725900494ee" providerId="LiveId" clId="{897F1C0F-BB68-4E23-8B7B-8AA04CA9A8E2}" dt="2026-05-27T09:35:17.199" v="2"/>
          <ac:inkMkLst>
            <pc:docMk/>
            <pc:sldMk cId="792698" sldId="271"/>
            <ac:inkMk id="6" creationId="{2B940D32-FAD4-DDED-234C-0B83CE2B13DC}"/>
          </ac:inkMkLst>
        </pc:inkChg>
        <pc:inkChg chg="del mod">
          <ac:chgData name="Thanus Palakumar" userId="5a266725900494ee" providerId="LiveId" clId="{897F1C0F-BB68-4E23-8B7B-8AA04CA9A8E2}" dt="2026-05-27T09:35:17.199" v="3"/>
          <ac:inkMkLst>
            <pc:docMk/>
            <pc:sldMk cId="792698" sldId="271"/>
            <ac:inkMk id="7" creationId="{C9F869A8-F251-F058-B43A-D31D0073F8BC}"/>
          </ac:inkMkLst>
        </pc:inkChg>
        <pc:inkChg chg="del mod">
          <ac:chgData name="Thanus Palakumar" userId="5a266725900494ee" providerId="LiveId" clId="{897F1C0F-BB68-4E23-8B7B-8AA04CA9A8E2}" dt="2026-05-27T09:35:17.200" v="5"/>
          <ac:inkMkLst>
            <pc:docMk/>
            <pc:sldMk cId="792698" sldId="271"/>
            <ac:inkMk id="8" creationId="{DCB05425-47F9-760F-5227-44C6E196DD3A}"/>
          </ac:inkMkLst>
        </pc:inkChg>
        <pc:inkChg chg="del mod">
          <ac:chgData name="Thanus Palakumar" userId="5a266725900494ee" providerId="LiveId" clId="{897F1C0F-BB68-4E23-8B7B-8AA04CA9A8E2}" dt="2026-05-27T09:35:17.198" v="1"/>
          <ac:inkMkLst>
            <pc:docMk/>
            <pc:sldMk cId="792698" sldId="271"/>
            <ac:inkMk id="9" creationId="{3357F70F-8D35-BDA8-C11A-6948966CB820}"/>
          </ac:inkMkLst>
        </pc:inkChg>
      </pc:sldChg>
      <pc:sldChg chg="addSp delSp modSp new mod">
        <pc:chgData name="Thanus Palakumar" userId="5a266725900494ee" providerId="LiveId" clId="{897F1C0F-BB68-4E23-8B7B-8AA04CA9A8E2}" dt="2026-05-27T09:46:12.676" v="33"/>
        <pc:sldMkLst>
          <pc:docMk/>
          <pc:sldMk cId="1197771698" sldId="272"/>
        </pc:sldMkLst>
        <pc:grpChg chg="del mod">
          <ac:chgData name="Thanus Palakumar" userId="5a266725900494ee" providerId="LiveId" clId="{897F1C0F-BB68-4E23-8B7B-8AA04CA9A8E2}" dt="2026-05-27T09:46:04.908" v="26"/>
          <ac:grpSpMkLst>
            <pc:docMk/>
            <pc:sldMk cId="1197771698" sldId="272"/>
            <ac:grpSpMk id="9" creationId="{7E251623-1100-4F55-2E22-3C121624A214}"/>
          </ac:grpSpMkLst>
        </pc:grpChg>
        <pc:grpChg chg="del mod">
          <ac:chgData name="Thanus Palakumar" userId="5a266725900494ee" providerId="LiveId" clId="{897F1C0F-BB68-4E23-8B7B-8AA04CA9A8E2}" dt="2026-05-27T09:46:09.791" v="29"/>
          <ac:grpSpMkLst>
            <pc:docMk/>
            <pc:sldMk cId="1197771698" sldId="272"/>
            <ac:grpSpMk id="11" creationId="{126167A4-C803-D7C9-32FF-420267396CB8}"/>
          </ac:grpSpMkLst>
        </pc:grpChg>
        <pc:grpChg chg="del mod">
          <ac:chgData name="Thanus Palakumar" userId="5a266725900494ee" providerId="LiveId" clId="{897F1C0F-BB68-4E23-8B7B-8AA04CA9A8E2}" dt="2026-05-27T09:46:12.676" v="33"/>
          <ac:grpSpMkLst>
            <pc:docMk/>
            <pc:sldMk cId="1197771698" sldId="272"/>
            <ac:grpSpMk id="14" creationId="{B2CC6DF0-39AE-04CF-E010-F2D8F02B3A99}"/>
          </ac:grpSpMkLst>
        </pc:grpChg>
        <pc:grpChg chg="mod">
          <ac:chgData name="Thanus Palakumar" userId="5a266725900494ee" providerId="LiveId" clId="{897F1C0F-BB68-4E23-8B7B-8AA04CA9A8E2}" dt="2026-05-27T09:46:12.676" v="33"/>
          <ac:grpSpMkLst>
            <pc:docMk/>
            <pc:sldMk cId="1197771698" sldId="272"/>
            <ac:grpSpMk id="16" creationId="{3D21727D-1513-896F-F017-CC058DAB4784}"/>
          </ac:grpSpMkLst>
        </pc:grpChg>
        <pc:picChg chg="add mod">
          <ac:chgData name="Thanus Palakumar" userId="5a266725900494ee" providerId="LiveId" clId="{897F1C0F-BB68-4E23-8B7B-8AA04CA9A8E2}" dt="2026-05-27T09:45:11.191" v="18" actId="1076"/>
          <ac:picMkLst>
            <pc:docMk/>
            <pc:sldMk cId="1197771698" sldId="272"/>
            <ac:picMk id="3" creationId="{547CB05E-9E74-B4C9-553F-0CAEEBC6EE75}"/>
          </ac:picMkLst>
        </pc:picChg>
        <pc:picChg chg="add mod">
          <ac:chgData name="Thanus Palakumar" userId="5a266725900494ee" providerId="LiveId" clId="{897F1C0F-BB68-4E23-8B7B-8AA04CA9A8E2}" dt="2026-05-27T09:45:07.231" v="16" actId="1076"/>
          <ac:picMkLst>
            <pc:docMk/>
            <pc:sldMk cId="1197771698" sldId="272"/>
            <ac:picMk id="5" creationId="{E5FD515B-1D0E-C4AF-26D7-49759D2DC2C3}"/>
          </ac:picMkLst>
        </pc:picChg>
        <pc:inkChg chg="add del">
          <ac:chgData name="Thanus Palakumar" userId="5a266725900494ee" providerId="LiveId" clId="{897F1C0F-BB68-4E23-8B7B-8AA04CA9A8E2}" dt="2026-05-27T09:45:55.945" v="21"/>
          <ac:inkMkLst>
            <pc:docMk/>
            <pc:sldMk cId="1197771698" sldId="272"/>
            <ac:inkMk id="6" creationId="{E52CDA94-495E-BF93-A01E-B5CAC0F618F2}"/>
          </ac:inkMkLst>
        </pc:inkChg>
        <pc:inkChg chg="add mod">
          <ac:chgData name="Thanus Palakumar" userId="5a266725900494ee" providerId="LiveId" clId="{897F1C0F-BB68-4E23-8B7B-8AA04CA9A8E2}" dt="2026-05-27T09:46:12.676" v="33"/>
          <ac:inkMkLst>
            <pc:docMk/>
            <pc:sldMk cId="1197771698" sldId="272"/>
            <ac:inkMk id="7" creationId="{EAF531BC-0546-1C55-0F00-BFF31C0CB16F}"/>
          </ac:inkMkLst>
        </pc:inkChg>
        <pc:inkChg chg="add mod">
          <ac:chgData name="Thanus Palakumar" userId="5a266725900494ee" providerId="LiveId" clId="{897F1C0F-BB68-4E23-8B7B-8AA04CA9A8E2}" dt="2026-05-27T09:46:12.676" v="33"/>
          <ac:inkMkLst>
            <pc:docMk/>
            <pc:sldMk cId="1197771698" sldId="272"/>
            <ac:inkMk id="8" creationId="{51062A7F-CA5F-EF93-497A-6E5B2DA42735}"/>
          </ac:inkMkLst>
        </pc:inkChg>
        <pc:inkChg chg="add mod">
          <ac:chgData name="Thanus Palakumar" userId="5a266725900494ee" providerId="LiveId" clId="{897F1C0F-BB68-4E23-8B7B-8AA04CA9A8E2}" dt="2026-05-27T09:46:09.791" v="29"/>
          <ac:inkMkLst>
            <pc:docMk/>
            <pc:sldMk cId="1197771698" sldId="272"/>
            <ac:inkMk id="10" creationId="{3240114B-7B31-AB36-9454-8BB8518BFEA7}"/>
          </ac:inkMkLst>
        </pc:inkChg>
        <pc:inkChg chg="add del mod">
          <ac:chgData name="Thanus Palakumar" userId="5a266725900494ee" providerId="LiveId" clId="{897F1C0F-BB68-4E23-8B7B-8AA04CA9A8E2}" dt="2026-05-27T09:46:10.183" v="31"/>
          <ac:inkMkLst>
            <pc:docMk/>
            <pc:sldMk cId="1197771698" sldId="272"/>
            <ac:inkMk id="12" creationId="{46976AFA-E37A-9264-081A-1A800088CFF9}"/>
          </ac:inkMkLst>
        </pc:inkChg>
        <pc:inkChg chg="add del mod">
          <ac:chgData name="Thanus Palakumar" userId="5a266725900494ee" providerId="LiveId" clId="{897F1C0F-BB68-4E23-8B7B-8AA04CA9A8E2}" dt="2026-05-27T09:46:10.183" v="30"/>
          <ac:inkMkLst>
            <pc:docMk/>
            <pc:sldMk cId="1197771698" sldId="272"/>
            <ac:inkMk id="13" creationId="{EB89A6A2-B367-CF4B-ED19-8B54CE2D00E0}"/>
          </ac:inkMkLst>
        </pc:inkChg>
        <pc:inkChg chg="add mod">
          <ac:chgData name="Thanus Palakumar" userId="5a266725900494ee" providerId="LiveId" clId="{897F1C0F-BB68-4E23-8B7B-8AA04CA9A8E2}" dt="2026-05-27T09:46:12.676" v="33"/>
          <ac:inkMkLst>
            <pc:docMk/>
            <pc:sldMk cId="1197771698" sldId="272"/>
            <ac:inkMk id="15" creationId="{38455B4A-470B-EA1F-C601-0C5B1D7C746E}"/>
          </ac:inkMkLst>
        </pc:inkChg>
      </pc:sldChg>
      <pc:sldChg chg="addSp new mod">
        <pc:chgData name="Thanus Palakumar" userId="5a266725900494ee" providerId="LiveId" clId="{897F1C0F-BB68-4E23-8B7B-8AA04CA9A8E2}" dt="2026-05-27T09:50:17.609" v="34" actId="22"/>
        <pc:sldMkLst>
          <pc:docMk/>
          <pc:sldMk cId="1617941846" sldId="273"/>
        </pc:sldMkLst>
        <pc:picChg chg="add">
          <ac:chgData name="Thanus Palakumar" userId="5a266725900494ee" providerId="LiveId" clId="{897F1C0F-BB68-4E23-8B7B-8AA04CA9A8E2}" dt="2026-05-27T09:50:17.609" v="34" actId="22"/>
          <ac:picMkLst>
            <pc:docMk/>
            <pc:sldMk cId="1617941846" sldId="273"/>
            <ac:picMk id="3" creationId="{E8830911-9669-D782-B872-6C8E48200C50}"/>
          </ac:picMkLst>
        </pc:picChg>
      </pc:sldChg>
      <pc:sldChg chg="addSp modSp new mod">
        <pc:chgData name="Thanus Palakumar" userId="5a266725900494ee" providerId="LiveId" clId="{897F1C0F-BB68-4E23-8B7B-8AA04CA9A8E2}" dt="2026-05-27T09:59:58.820" v="37" actId="1076"/>
        <pc:sldMkLst>
          <pc:docMk/>
          <pc:sldMk cId="3304216435" sldId="274"/>
        </pc:sldMkLst>
        <pc:picChg chg="add mod">
          <ac:chgData name="Thanus Palakumar" userId="5a266725900494ee" providerId="LiveId" clId="{897F1C0F-BB68-4E23-8B7B-8AA04CA9A8E2}" dt="2026-05-27T09:59:58.820" v="37" actId="1076"/>
          <ac:picMkLst>
            <pc:docMk/>
            <pc:sldMk cId="3304216435" sldId="274"/>
            <ac:picMk id="3" creationId="{C7710624-6358-9953-D240-86CB3E552DC8}"/>
          </ac:picMkLst>
        </pc:picChg>
      </pc:sldChg>
      <pc:sldChg chg="new del">
        <pc:chgData name="Thanus Palakumar" userId="5a266725900494ee" providerId="LiveId" clId="{897F1C0F-BB68-4E23-8B7B-8AA04CA9A8E2}" dt="2026-05-27T10:03:02.743" v="39" actId="680"/>
        <pc:sldMkLst>
          <pc:docMk/>
          <pc:sldMk cId="1497682567" sldId="275"/>
        </pc:sldMkLst>
      </pc:sldChg>
      <pc:sldChg chg="addSp delSp modSp new mod">
        <pc:chgData name="Thanus Palakumar" userId="5a266725900494ee" providerId="LiveId" clId="{897F1C0F-BB68-4E23-8B7B-8AA04CA9A8E2}" dt="2026-05-27T10:03:29.093" v="75" actId="1076"/>
        <pc:sldMkLst>
          <pc:docMk/>
          <pc:sldMk cId="3689047807" sldId="275"/>
        </pc:sldMkLst>
        <pc:spChg chg="mod">
          <ac:chgData name="Thanus Palakumar" userId="5a266725900494ee" providerId="LiveId" clId="{897F1C0F-BB68-4E23-8B7B-8AA04CA9A8E2}" dt="2026-05-27T10:03:12.231" v="70" actId="20577"/>
          <ac:spMkLst>
            <pc:docMk/>
            <pc:sldMk cId="3689047807" sldId="275"/>
            <ac:spMk id="2" creationId="{79A95310-A744-FA08-69FE-6F2DC7B27D5B}"/>
          </ac:spMkLst>
        </pc:spChg>
        <pc:spChg chg="del">
          <ac:chgData name="Thanus Palakumar" userId="5a266725900494ee" providerId="LiveId" clId="{897F1C0F-BB68-4E23-8B7B-8AA04CA9A8E2}" dt="2026-05-27T10:03:18.789" v="71" actId="478"/>
          <ac:spMkLst>
            <pc:docMk/>
            <pc:sldMk cId="3689047807" sldId="275"/>
            <ac:spMk id="3" creationId="{E291D419-6509-82AE-2F08-50D1BAA26794}"/>
          </ac:spMkLst>
        </pc:spChg>
        <pc:picChg chg="add mod">
          <ac:chgData name="Thanus Palakumar" userId="5a266725900494ee" providerId="LiveId" clId="{897F1C0F-BB68-4E23-8B7B-8AA04CA9A8E2}" dt="2026-05-27T10:03:29.093" v="75" actId="1076"/>
          <ac:picMkLst>
            <pc:docMk/>
            <pc:sldMk cId="3689047807" sldId="275"/>
            <ac:picMk id="5" creationId="{E6A9A54A-5264-8A64-0E60-828E4430838D}"/>
          </ac:picMkLst>
        </pc:picChg>
      </pc:sldChg>
      <pc:sldChg chg="addSp modSp new mod">
        <pc:chgData name="Thanus Palakumar" userId="5a266725900494ee" providerId="LiveId" clId="{897F1C0F-BB68-4E23-8B7B-8AA04CA9A8E2}" dt="2026-05-27T10:04:20.143" v="85" actId="14100"/>
        <pc:sldMkLst>
          <pc:docMk/>
          <pc:sldMk cId="301805458" sldId="276"/>
        </pc:sldMkLst>
        <pc:picChg chg="add mod">
          <ac:chgData name="Thanus Palakumar" userId="5a266725900494ee" providerId="LiveId" clId="{897F1C0F-BB68-4E23-8B7B-8AA04CA9A8E2}" dt="2026-05-27T10:04:20.143" v="85" actId="14100"/>
          <ac:picMkLst>
            <pc:docMk/>
            <pc:sldMk cId="301805458" sldId="276"/>
            <ac:picMk id="3" creationId="{18D75FE8-6759-38A0-4F2F-B954D58644D0}"/>
          </ac:picMkLst>
        </pc:picChg>
        <pc:picChg chg="add mod">
          <ac:chgData name="Thanus Palakumar" userId="5a266725900494ee" providerId="LiveId" clId="{897F1C0F-BB68-4E23-8B7B-8AA04CA9A8E2}" dt="2026-05-27T10:04:15.792" v="84" actId="1076"/>
          <ac:picMkLst>
            <pc:docMk/>
            <pc:sldMk cId="301805458" sldId="276"/>
            <ac:picMk id="5" creationId="{7FD1DAAE-AEB8-82C2-A45B-FC034EE4B88E}"/>
          </ac:picMkLst>
        </pc:picChg>
      </pc:sldChg>
      <pc:sldChg chg="addSp modSp new mod">
        <pc:chgData name="Thanus Palakumar" userId="5a266725900494ee" providerId="LiveId" clId="{897F1C0F-BB68-4E23-8B7B-8AA04CA9A8E2}" dt="2026-05-27T10:05:06.223" v="96" actId="403"/>
        <pc:sldMkLst>
          <pc:docMk/>
          <pc:sldMk cId="3476356472" sldId="277"/>
        </pc:sldMkLst>
        <pc:spChg chg="add mod">
          <ac:chgData name="Thanus Palakumar" userId="5a266725900494ee" providerId="LiveId" clId="{897F1C0F-BB68-4E23-8B7B-8AA04CA9A8E2}" dt="2026-05-27T10:05:06.223" v="96" actId="403"/>
          <ac:spMkLst>
            <pc:docMk/>
            <pc:sldMk cId="3476356472" sldId="277"/>
            <ac:spMk id="5" creationId="{39CE5E84-2396-7845-4757-4A3E41B3ECA0}"/>
          </ac:spMkLst>
        </pc:spChg>
        <pc:picChg chg="add mod">
          <ac:chgData name="Thanus Palakumar" userId="5a266725900494ee" providerId="LiveId" clId="{897F1C0F-BB68-4E23-8B7B-8AA04CA9A8E2}" dt="2026-05-27T10:04:51.846" v="89" actId="14100"/>
          <ac:picMkLst>
            <pc:docMk/>
            <pc:sldMk cId="3476356472" sldId="277"/>
            <ac:picMk id="3" creationId="{2DC3BEE6-B8C0-F2F4-E2EF-0D7F6467E1FB}"/>
          </ac:picMkLst>
        </pc:picChg>
      </pc:sldChg>
      <pc:sldChg chg="new del">
        <pc:chgData name="Thanus Palakumar" userId="5a266725900494ee" providerId="LiveId" clId="{897F1C0F-BB68-4E23-8B7B-8AA04CA9A8E2}" dt="2026-05-27T10:05:11.827" v="98" actId="680"/>
        <pc:sldMkLst>
          <pc:docMk/>
          <pc:sldMk cId="2014353829" sldId="278"/>
        </pc:sldMkLst>
      </pc:sldChg>
      <pc:sldChg chg="addSp modSp new mod">
        <pc:chgData name="Thanus Palakumar" userId="5a266725900494ee" providerId="LiveId" clId="{897F1C0F-BB68-4E23-8B7B-8AA04CA9A8E2}" dt="2026-05-27T10:05:31.110" v="102" actId="14100"/>
        <pc:sldMkLst>
          <pc:docMk/>
          <pc:sldMk cId="4034240729" sldId="278"/>
        </pc:sldMkLst>
        <pc:picChg chg="add mod">
          <ac:chgData name="Thanus Palakumar" userId="5a266725900494ee" providerId="LiveId" clId="{897F1C0F-BB68-4E23-8B7B-8AA04CA9A8E2}" dt="2026-05-27T10:05:31.110" v="102" actId="14100"/>
          <ac:picMkLst>
            <pc:docMk/>
            <pc:sldMk cId="4034240729" sldId="278"/>
            <ac:picMk id="3" creationId="{E55057DC-9FDB-EA51-FE4E-98F052BFF359}"/>
          </ac:picMkLst>
        </pc:picChg>
      </pc:sldChg>
      <pc:sldChg chg="addSp delSp modSp new mod">
        <pc:chgData name="Thanus Palakumar" userId="5a266725900494ee" providerId="LiveId" clId="{897F1C0F-BB68-4E23-8B7B-8AA04CA9A8E2}" dt="2026-05-27T10:07:20.207" v="110" actId="33524"/>
        <pc:sldMkLst>
          <pc:docMk/>
          <pc:sldMk cId="1394982675" sldId="279"/>
        </pc:sldMkLst>
        <pc:spChg chg="mod">
          <ac:chgData name="Thanus Palakumar" userId="5a266725900494ee" providerId="LiveId" clId="{897F1C0F-BB68-4E23-8B7B-8AA04CA9A8E2}" dt="2026-05-27T10:07:06.769" v="106" actId="20577"/>
          <ac:spMkLst>
            <pc:docMk/>
            <pc:sldMk cId="1394982675" sldId="279"/>
            <ac:spMk id="2" creationId="{B7726F86-93A2-7241-9022-44507F0555EC}"/>
          </ac:spMkLst>
        </pc:spChg>
        <pc:spChg chg="mod">
          <ac:chgData name="Thanus Palakumar" userId="5a266725900494ee" providerId="LiveId" clId="{897F1C0F-BB68-4E23-8B7B-8AA04CA9A8E2}" dt="2026-05-27T10:07:20.207" v="110" actId="33524"/>
          <ac:spMkLst>
            <pc:docMk/>
            <pc:sldMk cId="1394982675" sldId="279"/>
            <ac:spMk id="3" creationId="{D8B31E83-1389-6952-2BB9-4FD69FB853F2}"/>
          </ac:spMkLst>
        </pc:spChg>
        <pc:spChg chg="add del">
          <ac:chgData name="Thanus Palakumar" userId="5a266725900494ee" providerId="LiveId" clId="{897F1C0F-BB68-4E23-8B7B-8AA04CA9A8E2}" dt="2026-05-27T10:07:14.351" v="108" actId="22"/>
          <ac:spMkLst>
            <pc:docMk/>
            <pc:sldMk cId="1394982675" sldId="279"/>
            <ac:spMk id="5" creationId="{F91969F5-02E0-C52D-EE51-943C4F86127F}"/>
          </ac:spMkLst>
        </pc:spChg>
      </pc:sldChg>
      <pc:sldChg chg="addSp modSp new mod">
        <pc:chgData name="Thanus Palakumar" userId="5a266725900494ee" providerId="LiveId" clId="{897F1C0F-BB68-4E23-8B7B-8AA04CA9A8E2}" dt="2026-05-27T10:07:53.695" v="114" actId="14100"/>
        <pc:sldMkLst>
          <pc:docMk/>
          <pc:sldMk cId="2406522611" sldId="280"/>
        </pc:sldMkLst>
        <pc:picChg chg="add mod">
          <ac:chgData name="Thanus Palakumar" userId="5a266725900494ee" providerId="LiveId" clId="{897F1C0F-BB68-4E23-8B7B-8AA04CA9A8E2}" dt="2026-05-27T10:07:53.695" v="114" actId="14100"/>
          <ac:picMkLst>
            <pc:docMk/>
            <pc:sldMk cId="2406522611" sldId="280"/>
            <ac:picMk id="3" creationId="{846D0537-E33E-63DC-FA5C-DE534DD79B89}"/>
          </ac:picMkLst>
        </pc:picChg>
      </pc:sldChg>
      <pc:sldChg chg="addSp delSp modSp new mod">
        <pc:chgData name="Thanus Palakumar" userId="5a266725900494ee" providerId="LiveId" clId="{897F1C0F-BB68-4E23-8B7B-8AA04CA9A8E2}" dt="2026-05-27T10:12:02.474" v="133"/>
        <pc:sldMkLst>
          <pc:docMk/>
          <pc:sldMk cId="781611740" sldId="281"/>
        </pc:sldMkLst>
        <pc:grpChg chg="del mod">
          <ac:chgData name="Thanus Palakumar" userId="5a266725900494ee" providerId="LiveId" clId="{897F1C0F-BB68-4E23-8B7B-8AA04CA9A8E2}" dt="2026-05-27T10:12:02.474" v="133"/>
          <ac:grpSpMkLst>
            <pc:docMk/>
            <pc:sldMk cId="781611740" sldId="281"/>
            <ac:grpSpMk id="9" creationId="{F15F5996-C110-DF22-FE48-0174BE18B2EB}"/>
          </ac:grpSpMkLst>
        </pc:grpChg>
        <pc:grpChg chg="mod">
          <ac:chgData name="Thanus Palakumar" userId="5a266725900494ee" providerId="LiveId" clId="{897F1C0F-BB68-4E23-8B7B-8AA04CA9A8E2}" dt="2026-05-27T10:12:02.474" v="133"/>
          <ac:grpSpMkLst>
            <pc:docMk/>
            <pc:sldMk cId="781611740" sldId="281"/>
            <ac:grpSpMk id="15" creationId="{9910A11C-46B7-9350-D696-45DFEB92BCEC}"/>
          </ac:grpSpMkLst>
        </pc:grp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2" creationId="{FB2EEA4E-494F-53CE-6C34-96FAF4B94F61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3" creationId="{D249325D-A4CD-0321-B519-3F0BC0DD4151}"/>
          </ac:inkMkLst>
        </pc:inkChg>
        <pc:inkChg chg="add del">
          <ac:chgData name="Thanus Palakumar" userId="5a266725900494ee" providerId="LiveId" clId="{897F1C0F-BB68-4E23-8B7B-8AA04CA9A8E2}" dt="2026-05-27T10:11:56.679" v="127"/>
          <ac:inkMkLst>
            <pc:docMk/>
            <pc:sldMk cId="781611740" sldId="281"/>
            <ac:inkMk id="4" creationId="{1EC1B727-4CA0-6D73-937E-0AD34D372689}"/>
          </ac:inkMkLst>
        </pc:inkChg>
        <pc:inkChg chg="add del">
          <ac:chgData name="Thanus Palakumar" userId="5a266725900494ee" providerId="LiveId" clId="{897F1C0F-BB68-4E23-8B7B-8AA04CA9A8E2}" dt="2026-05-27T10:11:56.678" v="124"/>
          <ac:inkMkLst>
            <pc:docMk/>
            <pc:sldMk cId="781611740" sldId="281"/>
            <ac:inkMk id="5" creationId="{28757C8C-2EB7-04C2-8960-FB1C919D2104}"/>
          </ac:inkMkLst>
        </pc:inkChg>
        <pc:inkChg chg="add del">
          <ac:chgData name="Thanus Palakumar" userId="5a266725900494ee" providerId="LiveId" clId="{897F1C0F-BB68-4E23-8B7B-8AA04CA9A8E2}" dt="2026-05-27T10:11:56.679" v="125"/>
          <ac:inkMkLst>
            <pc:docMk/>
            <pc:sldMk cId="781611740" sldId="281"/>
            <ac:inkMk id="6" creationId="{90ABA57D-44C1-459A-1A74-33FBC5A7D759}"/>
          </ac:inkMkLst>
        </pc:inkChg>
        <pc:inkChg chg="add del">
          <ac:chgData name="Thanus Palakumar" userId="5a266725900494ee" providerId="LiveId" clId="{897F1C0F-BB68-4E23-8B7B-8AA04CA9A8E2}" dt="2026-05-27T10:11:56.679" v="126"/>
          <ac:inkMkLst>
            <pc:docMk/>
            <pc:sldMk cId="781611740" sldId="281"/>
            <ac:inkMk id="7" creationId="{1ADC7981-31DF-A043-7E1C-09FC2BD24CD7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8" creationId="{03F8E902-2C82-CE01-0758-BDED024D73A9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10" creationId="{316C18F9-57C1-B10E-801E-A6B00F02A78D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11" creationId="{7C15975D-50AD-D895-007C-06CD728A202E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12" creationId="{7C8293F6-9BCF-5DDC-7A15-DD29149CB6B8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13" creationId="{254B8338-4865-59CE-44D8-7F3B7C84976E}"/>
          </ac:inkMkLst>
        </pc:inkChg>
        <pc:inkChg chg="add mod">
          <ac:chgData name="Thanus Palakumar" userId="5a266725900494ee" providerId="LiveId" clId="{897F1C0F-BB68-4E23-8B7B-8AA04CA9A8E2}" dt="2026-05-27T10:12:02.474" v="133"/>
          <ac:inkMkLst>
            <pc:docMk/>
            <pc:sldMk cId="781611740" sldId="281"/>
            <ac:inkMk id="14" creationId="{D8B52677-778B-0025-3A38-52965E9844F1}"/>
          </ac:inkMkLst>
        </pc:inkChg>
      </pc:sldChg>
      <pc:sldChg chg="addSp modSp new mod">
        <pc:chgData name="Thanus Palakumar" userId="5a266725900494ee" providerId="LiveId" clId="{897F1C0F-BB68-4E23-8B7B-8AA04CA9A8E2}" dt="2026-05-27T10:24:38.598" v="159" actId="1076"/>
        <pc:sldMkLst>
          <pc:docMk/>
          <pc:sldMk cId="1778776968" sldId="282"/>
        </pc:sldMkLst>
        <pc:picChg chg="add mod">
          <ac:chgData name="Thanus Palakumar" userId="5a266725900494ee" providerId="LiveId" clId="{897F1C0F-BB68-4E23-8B7B-8AA04CA9A8E2}" dt="2026-05-27T10:24:38.598" v="159" actId="1076"/>
          <ac:picMkLst>
            <pc:docMk/>
            <pc:sldMk cId="1778776968" sldId="282"/>
            <ac:picMk id="2" creationId="{BB357094-9A80-706F-1BED-1473F8EA9CC0}"/>
          </ac:picMkLst>
        </pc:picChg>
      </pc:sldChg>
      <pc:sldChg chg="new del">
        <pc:chgData name="Thanus Palakumar" userId="5a266725900494ee" providerId="LiveId" clId="{897F1C0F-BB68-4E23-8B7B-8AA04CA9A8E2}" dt="2026-05-27T10:24:54.526" v="162" actId="47"/>
        <pc:sldMkLst>
          <pc:docMk/>
          <pc:sldMk cId="1538230656" sldId="283"/>
        </pc:sldMkLst>
      </pc:sldChg>
      <pc:sldChg chg="addSp delSp modSp new mod setBg">
        <pc:chgData name="Thanus Palakumar" userId="5a266725900494ee" providerId="LiveId" clId="{897F1C0F-BB68-4E23-8B7B-8AA04CA9A8E2}" dt="2026-05-27T10:34:02.828" v="180" actId="14100"/>
        <pc:sldMkLst>
          <pc:docMk/>
          <pc:sldMk cId="107178294" sldId="284"/>
        </pc:sldMkLst>
        <pc:spChg chg="add del">
          <ac:chgData name="Thanus Palakumar" userId="5a266725900494ee" providerId="LiveId" clId="{897F1C0F-BB68-4E23-8B7B-8AA04CA9A8E2}" dt="2026-05-27T10:33:41.720" v="171" actId="26606"/>
          <ac:spMkLst>
            <pc:docMk/>
            <pc:sldMk cId="107178294" sldId="284"/>
            <ac:spMk id="10" creationId="{F101B3CC-B49F-4CE0-B198-228D1D4285B1}"/>
          </ac:spMkLst>
        </pc:spChg>
        <pc:picChg chg="add mod">
          <ac:chgData name="Thanus Palakumar" userId="5a266725900494ee" providerId="LiveId" clId="{897F1C0F-BB68-4E23-8B7B-8AA04CA9A8E2}" dt="2026-05-27T10:33:41.720" v="171" actId="26606"/>
          <ac:picMkLst>
            <pc:docMk/>
            <pc:sldMk cId="107178294" sldId="284"/>
            <ac:picMk id="3" creationId="{87858417-E4D8-4C03-C474-D386F5E5E2FB}"/>
          </ac:picMkLst>
        </pc:picChg>
        <pc:picChg chg="add mod">
          <ac:chgData name="Thanus Palakumar" userId="5a266725900494ee" providerId="LiveId" clId="{897F1C0F-BB68-4E23-8B7B-8AA04CA9A8E2}" dt="2026-05-27T10:34:02.828" v="180" actId="14100"/>
          <ac:picMkLst>
            <pc:docMk/>
            <pc:sldMk cId="107178294" sldId="284"/>
            <ac:picMk id="5" creationId="{02CFD85D-3DEC-BF06-C4F6-3AEF4D5407F1}"/>
          </ac:picMkLst>
        </pc:picChg>
      </pc:sldChg>
      <pc:sldChg chg="addSp delSp modSp new mod">
        <pc:chgData name="Thanus Palakumar" userId="5a266725900494ee" providerId="LiveId" clId="{897F1C0F-BB68-4E23-8B7B-8AA04CA9A8E2}" dt="2026-05-27T10:53:27.381" v="196" actId="1076"/>
        <pc:sldMkLst>
          <pc:docMk/>
          <pc:sldMk cId="3824178720" sldId="285"/>
        </pc:sldMkLst>
        <pc:picChg chg="add mod">
          <ac:chgData name="Thanus Palakumar" userId="5a266725900494ee" providerId="LiveId" clId="{897F1C0F-BB68-4E23-8B7B-8AA04CA9A8E2}" dt="2026-05-27T10:53:27.381" v="196" actId="1076"/>
          <ac:picMkLst>
            <pc:docMk/>
            <pc:sldMk cId="3824178720" sldId="285"/>
            <ac:picMk id="3" creationId="{D41ABABE-34FE-E51B-FEF6-5CE3FDB28A6C}"/>
          </ac:picMkLst>
        </pc:picChg>
        <pc:picChg chg="add del mod">
          <ac:chgData name="Thanus Palakumar" userId="5a266725900494ee" providerId="LiveId" clId="{897F1C0F-BB68-4E23-8B7B-8AA04CA9A8E2}" dt="2026-05-27T10:53:07.868" v="187" actId="478"/>
          <ac:picMkLst>
            <pc:docMk/>
            <pc:sldMk cId="3824178720" sldId="285"/>
            <ac:picMk id="5" creationId="{E5561716-183E-19A5-C001-75D81CB044BD}"/>
          </ac:picMkLst>
        </pc:picChg>
      </pc:sldChg>
      <pc:sldChg chg="addSp delSp modSp new mod setBg">
        <pc:chgData name="Thanus Palakumar" userId="5a266725900494ee" providerId="LiveId" clId="{897F1C0F-BB68-4E23-8B7B-8AA04CA9A8E2}" dt="2026-05-27T10:53:17.567" v="194" actId="1076"/>
        <pc:sldMkLst>
          <pc:docMk/>
          <pc:sldMk cId="2496271036" sldId="286"/>
        </pc:sldMkLst>
        <pc:spChg chg="add del">
          <ac:chgData name="Thanus Palakumar" userId="5a266725900494ee" providerId="LiveId" clId="{897F1C0F-BB68-4E23-8B7B-8AA04CA9A8E2}" dt="2026-05-27T10:53:12.459" v="191" actId="26606"/>
          <ac:spMkLst>
            <pc:docMk/>
            <pc:sldMk cId="2496271036" sldId="286"/>
            <ac:spMk id="7" creationId="{32BC26D8-82FB-445E-AA49-62A77D7C1EE0}"/>
          </ac:spMkLst>
        </pc:spChg>
        <pc:spChg chg="add del">
          <ac:chgData name="Thanus Palakumar" userId="5a266725900494ee" providerId="LiveId" clId="{897F1C0F-BB68-4E23-8B7B-8AA04CA9A8E2}" dt="2026-05-27T10:53:12.459" v="191" actId="26606"/>
          <ac:spMkLst>
            <pc:docMk/>
            <pc:sldMk cId="2496271036" sldId="286"/>
            <ac:spMk id="9" creationId="{CB44330D-EA18-4254-AA95-EB49948539B8}"/>
          </ac:spMkLst>
        </pc:spChg>
        <pc:picChg chg="add mod">
          <ac:chgData name="Thanus Palakumar" userId="5a266725900494ee" providerId="LiveId" clId="{897F1C0F-BB68-4E23-8B7B-8AA04CA9A8E2}" dt="2026-05-27T10:53:17.567" v="194" actId="1076"/>
          <ac:picMkLst>
            <pc:docMk/>
            <pc:sldMk cId="2496271036" sldId="286"/>
            <ac:picMk id="2" creationId="{46E002C9-366C-2FA0-BEDB-0797B1ED1173}"/>
          </ac:picMkLst>
        </pc:picChg>
      </pc:sldChg>
      <pc:sldChg chg="addSp modSp new mod">
        <pc:chgData name="Thanus Palakumar" userId="5a266725900494ee" providerId="LiveId" clId="{897F1C0F-BB68-4E23-8B7B-8AA04CA9A8E2}" dt="2026-05-27T11:00:18.037" v="210" actId="1076"/>
        <pc:sldMkLst>
          <pc:docMk/>
          <pc:sldMk cId="3313147144" sldId="287"/>
        </pc:sldMkLst>
        <pc:picChg chg="add mod">
          <ac:chgData name="Thanus Palakumar" userId="5a266725900494ee" providerId="LiveId" clId="{897F1C0F-BB68-4E23-8B7B-8AA04CA9A8E2}" dt="2026-05-27T11:00:18.037" v="210" actId="1076"/>
          <ac:picMkLst>
            <pc:docMk/>
            <pc:sldMk cId="3313147144" sldId="287"/>
            <ac:picMk id="3" creationId="{85D6FD51-C455-7E67-C633-42316B58A41F}"/>
          </ac:picMkLst>
        </pc:picChg>
      </pc:sldChg>
      <pc:sldChg chg="addSp modSp new mod">
        <pc:chgData name="Thanus Palakumar" userId="5a266725900494ee" providerId="LiveId" clId="{897F1C0F-BB68-4E23-8B7B-8AA04CA9A8E2}" dt="2026-05-27T10:54:13.021" v="203" actId="1076"/>
        <pc:sldMkLst>
          <pc:docMk/>
          <pc:sldMk cId="374966" sldId="288"/>
        </pc:sldMkLst>
        <pc:picChg chg="add mod">
          <ac:chgData name="Thanus Palakumar" userId="5a266725900494ee" providerId="LiveId" clId="{897F1C0F-BB68-4E23-8B7B-8AA04CA9A8E2}" dt="2026-05-27T10:54:13.021" v="203" actId="1076"/>
          <ac:picMkLst>
            <pc:docMk/>
            <pc:sldMk cId="374966" sldId="288"/>
            <ac:picMk id="3" creationId="{DAE1813A-2F2D-EB30-BBED-ED03383ECE8F}"/>
          </ac:picMkLst>
        </pc:picChg>
      </pc:sldChg>
    </pc:docChg>
  </pc:docChgLst>
  <pc:docChgLst>
    <pc:chgData name="Guest User" providerId="Windows Live" clId="Web-{ECC5C846-54E0-07F2-C142-A6A181297283}"/>
    <pc:docChg chg="delSld">
      <pc:chgData name="Guest User" userId="" providerId="Windows Live" clId="Web-{ECC5C846-54E0-07F2-C142-A6A181297283}" dt="2026-05-27T23:02:12.788" v="1"/>
      <pc:docMkLst>
        <pc:docMk/>
      </pc:docMkLst>
      <pc:sldChg chg="del">
        <pc:chgData name="Guest User" userId="" providerId="Windows Live" clId="Web-{ECC5C846-54E0-07F2-C142-A6A181297283}" dt="2026-05-27T23:02:07.226" v="0"/>
        <pc:sldMkLst>
          <pc:docMk/>
          <pc:sldMk cId="873827970" sldId="269"/>
        </pc:sldMkLst>
      </pc:sldChg>
      <pc:sldChg chg="del">
        <pc:chgData name="Guest User" userId="" providerId="Windows Live" clId="Web-{ECC5C846-54E0-07F2-C142-A6A181297283}" dt="2026-05-27T23:02:12.788" v="1"/>
        <pc:sldMkLst>
          <pc:docMk/>
          <pc:sldMk cId="781611740" sldId="28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0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12 289 9482,'5'-107'3192,"-1"66"-2309,-5-80 0,1 101-841,13 55-25,58 257 231,-64-248-55,-2 1-1,-2-1 1,-2 1-1,-8 77 1,1-70 51,-2-1-1,-23 77 1,-32 51 1116,62-179-1347,1 1-1,-1 0 1,1 0 0,0 0-1,-1 0 1,1-1 0,0 1-1,-1 0 1,1 0 0,0 0-1,0 0 1,0 0 0,0 0-1,0 0 1,0 0 0,0 0-1,0 0 1,0-1 0,0 1-1,1 0 1,-1 0 0,0 0-1,1 0 1,-1 0 0,1 0-1,-1-1 1,1 1 0,-1 0-1,1 0 1,-1-1 0,1 1-1,0 0 1,-1-1 0,1 1-1,0-1 1,0 1 0,0 0-1,3 0 48,1 0 0,-1-1 1,0 1-1,0-1 0,0 0 0,0 0 0,6-1 0,-2 0-66,208-24 407,-49 3-387,-89 14-83,164-9-1073,-236 16 794,-1 1 0,0-1 0,1 0 0,-1 0 0,0-1 0,0 1 0,0-1 0,0 0 0,9-6-1,6-4-216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0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9978,'0'1'42,"-1"-1"0,1 0 0,0 0 1,0 0-1,0 1 0,0-1 0,0 0 0,0 0 0,0 0 0,0 1 0,0-1 0,0 0 0,0 0 1,0 1-1,0-1 0,0 0 0,1 0 0,-1 0 0,0 1 0,0-1 0,0 0 0,0 0 1,0 0-1,0 1 0,0-1 0,1 0 0,-1 0 0,0 0 0,0 0 0,0 0 0,0 1 0,1-1 1,-1 0-1,0 0 0,0 0 0,0 0 0,1 0 0,-1 0 0,0 0 0,0 0 0,0 0 1,1 0-1,-1 0 0,0 0 0,0 0 0,1 0 0,-1 0-16,0 0 1,0 0-1,-1 1 0,1-1 0,0 0 1,0 0-1,0 0 0,0 0 0,0 0 1,0 0-1,0 0 0,-1 0 0,1 0 1,0 0-1,0 0 0,0 0 0,0 0 1,0 0-1,0 1 0,0-1 0,0 0 1,0 0-1,0 0 0,0 0 0,-1 0 1,1 0-1,0 0 0,0 0 0,0 1 1,0-1-1,0 0 0,0 0 0,0 0 1,0 0-1,0 0 0,0 0 1,0 1-1,0-1 0,0 0 0,0 0 1,0 0-1,0 0 0,0 0 0,1 0 1,-1 0-1,0 1 0,0-1 0,0 0 1,0 0-1,0 0 0,0 0 0,0 0 1,0 0-1,0 0 0,0 0 0,0 0 1,1 1-1,-1-1 0,0 0 0,0 0 1,0 0-1,0 0 0,0 0 0,0 0 1,0 0-1,1 0 0,-1 0 0,0 0 1,0 0-1,0 0 6,1 1 1,-1-1-1,0 0 1,0 1-1,1-1 0,-1 0 1,0 1-1,1-1 1,-1 0-1,0 0 1,1 1-1,-1-1 0,1 0 1,-1 0-1,0 0 1,1 1-1,-1-1 1,1 0-1,-1 0 0,1 0 1,-1 0-1,0 0 1,1 0-1,-1 0 0,1 0 1,-1 0-1,1 0 1,-1 0-1,1 0 1,21 0 160,-20 0-120,61-3 43,68-12-1,-31 3 397,-57 4-104,15 1-133,-402 17 1217,270-8-1007,69-4-442,10-3-26,10-3-7,-6 6-15,1 0 0,0 0-1,0 0 1,0 2 0,-1-1 0,17 2 0,62 10-587,-40-4-87,67 2-917,-39-8 4603,-25-1-1566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07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56 8818,'-121'48'4029,"134"-52"-3713,1 0 1,-1 1 0,1 1-1,-1 0 1,21 0-1,24-4-288,-8-1 80,-9 2 92,0-2 0,0-1 0,-1-3 0,-1 0 0,44-20 0,-100 36 133,0 0 0,0-1 0,-33 4-1,-99 8-34,61-6-309,-7-5 133,94-5-62,0-1 54,-6-2-45,15 2-82,13 2-263,-1 1 0,0 1 0,38 12 0,-36-9-726,1-1 0,38 5 0,-16-10-293,-2 0 571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08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13 225 11410,'-1'-1'65,"0"-1"0,-1 1 0,1 0 0,0-1-1,0 1 1,0-1 0,0 1 0,1-1-1,-1 0 1,0 1 0,1-1 0,-1 0 0,0-1-1,5 0 430,9 12-260,-2 4-152,0 0 0,0 1-1,-2 0 1,0 1-1,0 0 1,-1 1-1,-1-1 1,-1 1 0,0 1-1,-1-1 1,0 1-1,2 24 1,0 20-78,-3 1 0,-3 69 0,-2-66 60,-2-14 135,1-39 36,1 0-1,0 0 0,1 0 1,0 0-1,1 0 1,5 22-1,-2-42 853,0-10-878,2-26-79,-2 0 0,-2-1-1,-2 0 1,-7-56 0,5-41 143,4 99-216,-3 1 1,-6-52-1,-2 37-39,-3 1 0,-37-106 1,46 157-45,3 13 14,3 13 2,19 74-1,-4 1 1,-4 1-1,-4 0 1,-5 1-1,-8 127 1,0-132-1466,4-83 1238,0 0 0,0 0 0,0 0 0,1 0 0,1 0 0,0 0 1,4 9-1,-3-14-464,0-2 246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10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2206 8882,'-3'-6'597,"-1"1"0,1-1 0,0 0 0,0 0 1,0-1-1,1 1 0,0 0 0,1-1 0,-2-8 0,-5-16 11,-49-112 680,-10-33-1105,5-13 106,-17-56 1311,19 52-628,-27-96-802,23 86-140,17 58 7,40 127-18,0 0 0,-2 0 1,0 1-1,-20-28 0,-9-17 42,35 57-58,-4-8 10,0 0 0,1 0 0,1-1 0,-8-27 1,12 37-10,0-1 1,1 1-1,0 0 1,0-1-1,0 1 1,0 0 0,1 0-1,-1-1 1,1 1-1,0 0 1,1 0 0,-1 0-1,1 0 1,0 0-1,0 0 1,0 0-1,0 0 1,1 1 0,-1-1-1,1 1 1,5-5-1,0 0-1,1 1 0,0 1 0,1 0 0,0 0 0,0 0 0,0 1-1,18-5 1,80-22 12,-98 30-13,100-20 22,1 5 0,204-4 0,-208 18-13,0 5-1,121 18 0,375 44-8,-30-5 28,-501-52-23,131-4 1,-103-5-6,496 9-2,-503-4 5,179-18 0,-120 0 2,42-5 7,-23-24-4,-153 38-11,-17 5 1,0 1-1,-1 0 1,1 0-1,0-1 1,-1 1-1,1 0 1,0 0-1,0 0 1,-1 0-1,1-1 0,0 1 1,0 0-1,-1 0 1,1 0-1,0 1 1,-1-1-1,1 0 1,0 0-1,0 0 1,-1 1-1,1-1 1,0 0-1,-1 0 1,1 1-1,0-1 0,-1 1 1,1-1-1,-1 1 1,1-1-1,-1 1 1,1-1-1,-1 1 1,1-1-1,-1 1 1,1-1-1,-1 1 1,0 0-1,1-1 0,-1 1 1,0 0-1,0-1 1,1 2-1,0 4 6,-1 0 0,0 0 0,0 0 0,0 0 0,-2 6 0,1 23 6,7-6-6,14 68 0,14 186-1,-6 94-20,-15-292 18,-4 0 0,-4 1-1,-8 123 1,-1-160 1,2 0-1,3 0 1,2 0-1,2 0 0,2-1 1,18 65-1,-23-104-41,0-1-50,0-1 0,1 1 0,-1-1 0,8 14 0,-6-39-5513,-4-4 3775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23:06:12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233 186 8762,'-2'-2'241,"0"1"1,0 0-1,0 0 1,1-1-1,-1 1 1,0-1-1,1 0 1,0 1-1,-1-1 1,1 0-1,0 0 1,0 0-1,0 0 1,0 0-1,-1-2 1,-10-17 2075,12 20-2311,-1 1 0,1 0 0,0 0 0,0 0 0,-1 0 0,1 0-1,0 0 1,0 0 0,-1 0 0,1 0 0,0 0 0,0 0 0,0 0 0,-1 0 0,1 0-1,0 0 1,0 0 0,-1 0 0,1 0 0,0 1 0,0-1 0,0 0 0,-1 0 0,1 0-1,0 0 1,0 0 0,0 1 0,0-1 0,-1 0 0,1 0 0,0 0 0,0 0 0,0 1-1,0-1 1,0 0 0,0 0 0,-1 0 0,1 1 0,0-1 0,0 0 0,0 0 0,0 1-1,0-1 1,0 0 0,0 0 0,0 1 0,0-1 0,0 0 0,0 0 0,0 0 0,0 1-1,0-1 1,0 0 0,1 1 0,-2-1 22,1 1 1,0 0-1,0 0 0,0 0 1,1 0-1,-1-1 0,0 1 0,0 0 1,0 0-1,0-1 0,1 1 1,-1 0-1,0 0 0,1-1 0,-1 1 1,1 0-1,-1 0 0,1-1 1,-1 1-1,1-1 0,-1 1 0,1-1 1,1 2-1,8 2 149,0-1 0,0 0 0,0-1 0,1 0 0,-1-1 0,1 0 0,0 0 0,15-2 0,-4 2 12,33-1 79,1-3 0,-1-2 0,90-19 0,-72 4 259,26-4-170,-83 21-326,80-14 62,1 5 1,140-1-1,-88 30-71,-113-11-6,0-1 0,1-2 0,-1-1 0,56-5 1,-11-7 164,0 3 1,94 3 0,34-1-131,-52-2-22,-131 9-24,0 0-1,39 10 0,-35-6 6,40 3 0,90-8 53,-107-3 70,-1 2 0,1 3-1,94 17 1,-128-17-93,0-1 0,1 0 1,-1-1-1,0-1 0,1-1 0,-1-1 1,37-9-1,-47 10 19,175-24 48,-55 9-86,-68 7-19,5-1-2,106-4 1,-157 15-2,8-1 7,1 0 0,-1-2 0,37-7 0,-28-2 0,-20 7-24,-25 7 14,-110 21 61,31-8-50,-138 20-15,136-24 8,-264 48 16,8-33 18,86-12-20,110 1-25,-282 26 26,-1-30 21,364-15-37,-6-1 6,-98 8 0,118 2-1,-1-2-1,1-2 1,-95-11 0,-113-36 6,-55-9 4,308 52-12,1-2 1,0 0 0,0 0-1,0-1 1,-15-9 0,-29-11 5,37 18-12,14 4 1,0 0 0,-1 1 0,1 0 0,0 0 1,-1 1-1,-12-1 0,18 2-5,16-2 0,0 1 8,0 1 0,0 0 0,0 2 0,0-1 0,25 7 0,13 1 0,470 15 15,-360-22 8,164 15-21,92 0-25,-39-44 32,32-1 21,-229 32-32,178-8 12,-287-5-6,-39 4 0,-1 1 0,1 2 0,0 1 0,35 4 0,0 3-3099,111-5 0,-119-2 1955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01:42:00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11 17092,'-5'3'600,"-5"-16"16,10 15-528,12 11-224,-9 5-224,27 2-232,0 3-296,-2-3-161,-8 0-63,-9-7 384,-9-11 336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09:46:03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413 844 20372,'11'-14'0,"0"1"-1,1 0 1,1 1-1,24-19 1,64-36-5,-47 33 4,27-18 7,-19 13 7,-1-2 0,59-54-1,-116 91-11,0 0 1,0 0-1,-1 0 0,0-1 0,1 0 0,-1 0 0,-1 0 0,4-6 0,-6 10-1,0 0 0,1 0 0,-1 1 0,0-1 0,0 0-1,0 0 1,0 0 0,0 0 0,0 0 0,0 0 0,0 0 0,0 1 0,0-1-1,0 0 1,0 0 0,-1 0 0,1 0 0,0 0 0,-1 0 0,1 1 0,-1-3-1,0 3 0,-1-1 0,1 0-1,0 0 1,-1 0 0,1 1-1,0-1 1,-1 1 0,1-1-1,0 1 1,-1 0 0,1-1-1,-1 1 1,1 0-1,-1 0 1,1 0 0,-1 0-1,1 0 1,-3 1 0,-8 1-4,0 0 0,0 1 0,0 0 0,0 1 0,1 0 1,-1 1-1,-19 12 0,-76 54-9,85-55 11,-137 110 2,141-109 0,0 1-1,1 0 1,1 1-1,1 1 1,0 0-1,-11 24 1,24-42-3,1 1 0,0-1 1,-1 1-1,1-1 0,0 1 0,0 0 1,0-1-1,1 1 0,-1 0 0,1 0 0,-1 0 1,1-1-1,0 1 0,0 0 0,0 0 1,1 0-1,-1 0 0,0-1 0,1 1 1,1 4-1,0-5-7,0 0 0,0 0 0,0 0 0,1 0 0,-1 0-1,0-1 1,1 1 0,0-1 0,-1 0 0,1 1 0,0-1 0,-1 0 0,1 0 0,0-1 0,0 1 0,0-1 0,0 1 0,0-1 0,4 0 0,15 1-81,0-2 1,0 0-1,1-1 1,22-5-1,91-26-367,-71 15 280,251-70-348,-254 67 533,-1-3-1,-1-2 1,56-35 0,-110 58 8,1 0 0,-1-1 0,-1 0 0,1 0 1,0-1-1,-1 1 0,0-1 0,0-1 0,-1 1 0,5-7 1,-8 11-10,-1 1 1,0-1-1,1 0 1,-1 1-1,0-1 1,0 0-1,0 0 1,1 1 0,-1-1-1,0 0 1,0 0-1,0 1 1,0-1-1,-1 0 1,1 0-1,0 1 1,0-1-1,0 0 1,-1 0-1,1 1 1,0-1 0,-1 0-1,1 1 1,0-1-1,-1 0 1,1 1-1,-1-1 1,1 1-1,-1-1 1,1 1-1,-1-1 1,0 1 0,1-1-1,-1 1 1,1-1-1,-1 1 1,0 0-1,1 0 1,-1-1-1,0 1 1,0 0-1,1 0 1,-1 0 0,-1-1-1,-36-4 110,-29 7-102,1 2 0,-1 3 0,2 4 0,-1 2 1,1 3-1,1 2 0,-99 44 0,129-48-31,1 2-1,0 1 1,1 1 0,1 2-1,1 1 1,1 1 0,-28 28-1,56-49 17,0 1 0,-1-1-1,1 0 1,0 1 0,0-1-1,0 0 1,0 1 0,0 0-1,1-1 1,-1 1 0,0-1-1,0 3 1,1-3 1,0-1 1,0 0-1,0 1 1,0-1-1,0 0 0,0 0 1,1 1-1,-1-1 1,0 0-1,0 1 1,0-1-1,0 0 0,1 1 1,-1-1-1,0 0 1,0 0-1,0 1 1,1-1-1,-1 0 0,0 0 1,1 0-1,-1 0 1,0 1-1,0-1 1,1 0-1,-1 0 0,0 0 1,1 0-1,-1 0 1,0 0-1,1 0 1,-1 0-1,0 1 1,1-1-1,-1 0 0,1-1 1,3 1-1,0 0 1,1-1-1,-1 1 1,0-1-1,0-1 1,0 1-1,0 0 1,7-4-1,186-115 16,-83 48-14,-50 34 3,-3 3 6,70-53 0,-102 58 9,-28 29-18,-1 1 1,1-1-1,-1 0 0,1 1 1,-1-1-1,0 0 1,1 1-1,-1-1 0,0 0 1,0 0-1,1 1 0,-1-1 1,0 0-1,0 0 0,0 1 1,0-1-1,0 0 0,0-1 1,-1 1-1,1 1 0,-1-1 1,1 1-1,-1 0 0,1-1 0,-1 1 1,1-1-1,-1 1 0,0 0 0,1-1 1,-1 1-1,1 0 0,-1 0 1,0-1-1,1 1 0,-1 0 0,0 0 1,0 0-1,1 0 0,-1 0 0,0 0 1,1 0-1,-1 0 0,0 0 0,0 1 1,-16 1 1,1 1 1,1 1 0,-1 0-1,0 1 1,1 1-1,-21 10 1,1 0-3,-382 171 12,19 39 17,389-220-30,-2 0-1,0 1-1,1 0 0,0 1 0,1 0 1,-1 1-1,-10 13 0,19-21 2,0-1-1,1 1 0,-1-1 1,1 1-1,-1 0 1,1-1-1,-1 1 1,1 0-1,-1-1 1,1 1-1,0 0 1,-1-1-1,1 1 1,0 0-1,0 0 0,-1 0 1,1-1-1,0 1 1,0 0-1,0 0 1,0 0-1,0-1 1,0 1-1,0 0 1,0 0-1,1-1 1,-1 1-1,0 0 0,0 0 1,1 0-1,-1-1 1,0 1-1,1 0 1,-1-1-1,1 1 1,-1 0-1,1-1 1,-1 1-1,1-1 1,-1 1-1,1-1 0,0 1 1,-1-1-1,1 1 1,0-1-1,-1 1 1,1-1-1,0 0 1,-1 1-1,1-1 1,0 0-1,1 0 1,4 2-5,0-1 1,1-1-1,-1 1 1,0-1 0,10-1-1,26-3-10,-1-3-1,78-21 0,84-41-6,-100 32 11,-99 36 12,271-100-6,-213 75 84,-1-3 0,77-50-1,-40 14 205,-82 52-193,-16 13-88,0-1-1,0 1 1,0 0 0,0 0 0,0 0 0,0 0-1,0 0 1,1-1 0,-1 1 0,0 0-1,0 0 1,0 0 0,0 0 0,0-1 0,0 1-1,0 0 1,0 0 0,0 0 0,0-1-1,0 1 1,0 0 0,0 0 0,0 0-1,0 0 1,0-1 0,0 1 0,0 0 0,0 0-1,0 0 1,0 0 0,-1-1 0,1 1-1,0 0 1,0 0 0,0 0 0,0 0-1,0 0 1,0-1 0,-1 1 0,1 0 0,0 0-1,0 0 1,0 0 0,-3-1 4,0 1 0,0-1 0,0 1-1,0 0 1,1 0 0,-1 0 0,0 0 0,0 1 0,-4 0 0,-60 15 12,1 2 0,-90 39 0,95-34-8,-37 13-2,-15 4 15,-201 103 1,311-141-26,-1 0 0,0 0 0,1 0 0,0 1 0,-1 0 0,-5 6 1,9-9 0,0 0 1,0 0 0,0 0 0,0 0 0,0 0-1,0 1 1,0-1 0,0 0 0,0 0 0,0 0 0,0 0-1,0 0 1,-1 1 0,1-1 0,0 0 0,0 0-1,0 0 1,0 0 0,0 0 0,0 1 0,0-1 0,1 0-1,-1 0 1,0 0 0,0 0 0,0 1 0,0-1 0,0 0-1,0 0 1,0 0 0,0 0 0,0 0 0,0 1-1,0-1 1,0 0 0,1 0 0,-1 0 0,0 0 0,0 0-1,0 0 1,0 0 0,0 0 0,1 0 0,-1 1-1,0-1 1,0 0 0,0 0 0,0 0 0,0 0 0,1 0-1,-1 0 1,0 0 0,23-2-5,43-15 2,122-50 0,-101 34 2,-34 13 7,129-51 42,-151 57-24,-1-1 0,-1-2 1,46-34-1,-69 46-17,-1 1 1,1-1-1,-1 0 1,0 0 0,-1-1-1,8-10 1,-12 16-8,0 0 0,1-1 1,-1 1-1,0-1 0,0 1 0,1 0 1,-1-1-1,0 1 0,0-1 0,0 1 1,0-1-1,1 1 0,-1-1 0,0 1 1,0 0-1,0-1 0,0 1 0,0-1 1,0 1-1,0-1 0,0 1 0,-1-1 1,1 1-1,0-1 0,0 1 0,0 0 1,0-1-1,-1 1 0,1-1 0,0 1 0,0-1 1,-1 1-1,1 0 0,0-1 0,-1 1 1,1 0-1,0-1 0,-1 1 0,1 0 1,0 0-1,-1-1 0,1 1 0,-1 0 1,1 0-1,-1 0 0,1 0 0,0-1 1,-1 1-1,1 0 0,-1 0 0,1 0 1,-2 0-1,-28 0-10,27 0 8,-24 3-2,0 1 0,1 1 0,-51 17 0,-76 39 29,135-54-20,-206 101 42,182-88-22,108-37 9,100-41-23,121-49 18,-257 91-19,-29 16-10,0-1 1,0 1-1,0 0 0,-1-1 0,1 1 1,0-1-1,0 1 0,0-1 0,-1 1 0,1-1 1,0 1-1,-1-1 0,1 0 0,-1 1 0,1-1 1,-1 0-1,1 1 0,-1-1 0,1 0 0,-1 0 1,1 0-1,-1 1 0,0-1 0,0 0 0,1 0 1,-1 0-1,0 0 0,0-1 0,-1 2 0,1-1 0,-1 1 0,0-1 0,1 1 0,-1 0 0,0-1 0,0 1 0,0 0 0,1 0 0,-1-1 0,0 1 0,0 0 0,0 0 0,0 0 0,1 0 0,-1 0 0,0 0 0,0 0 0,0 0 0,0 1 0,1-1 0,-1 0 0,0 0 0,-1 1 0,-27 11 0,16-6 0,-118 41 14,79-31-3,2 2 0,0 3 1,1 1-1,-48 31 0,96-52-11,0-1 0,0 0 0,0 1 1,0-1-1,0 1 0,1-1 0,-1 1 1,0 0-1,0-1 0,0 1 1,1 0-1,-1 0 0,0-1 0,1 1 1,-1 0-1,1 0 0,-1 0 0,1 0 1,-1 0-1,1 0 0,-1 1 0,2-1 1,0-1 0,-1 1 0,1-1 0,0 1 0,0-1 0,0 0-1,0 0 1,0 1 0,-1-1 0,1 0 0,0 0 0,0 0 0,0 0-1,0 0 1,0 0 0,0 0 0,0 0 0,1-1 0,51-9 25,36-15 7,-1-4 1,92-45 0,-169 69 21,0 0-1,0-1 1,0-1-1,0 0 1,-1 0-1,0-1 1,-1-1-1,0 1 1,9-12-1,-17 19-51,-1 1 0,0 0-1,1-1 1,-1 1-1,0-1 1,1 1-1,-1-1 1,0 1-1,1-1 1,-1 1-1,0-1 1,0 1 0,0-1-1,0 1 1,1-1-1,-1 1 1,0-1-1,0 1 1,0-1-1,0 0 1,0 1 0,0-1-1,0 1 1,-1-1-1,1 1 1,0-1-1,0 1 1,0-1-1,0 1 1,-1-1-1,1 1 1,-1-2 0,0 1-1,0 1 0,-1-1 0,1 0 0,0 1 0,-1-1 0,1 1 0,-1-1 0,1 1 0,0 0 0,-1-1 0,1 1 0,-3 0 0,-57 4-12,50-2 15,-288 42-35,223-28 45,-143 50 0,160-44-13,0 2 0,2 3 1,-55 35-1,110-61-2,0 0-1,1 0 0,-1 0 1,0 1-1,1-1 1,-1 1-1,1-1 0,-1 1 1,1 0-1,0-1 1,-2 4-1,3-5 1,0 0-1,0 1 1,0-1 0,0 1-1,0-1 1,0 0-1,0 1 1,0-1 0,0 0-1,0 1 1,0-1-1,0 0 1,0 1 0,0-1-1,1 0 1,-1 1 0,0-1-1,0 0 1,0 1-1,0-1 1,1 0 0,-1 0-1,0 1 1,0-1 0,1 0-1,-1 0 1,0 1-1,1-1 1,-1 0 0,0 0-1,1 0 1,-1 0-1,0 1 1,1-1 0,-1 0-1,0 0 1,1 0 0,4 1-2,0 0 0,0-1 0,0 1 0,0-1 0,0 0 0,0-1 0,10-1 0,72-19-8,-1-4 0,114-50-1,-49 18 10,217-74 537,-354 126-474,-7 4-25,-1-2 0,0 1 0,0-1 0,10-6 0,-16 9-37,1 0 0,-1 0 0,0 0 0,0 0 1,0 0-1,0 0 0,0-1 0,1 1 0,-1 0 1,0 0-1,0 0 0,0 0 0,0 0 0,0 0 1,0 0-1,1 0 0,-1-1 0,0 1 0,0 0 1,0 0-1,0 0 0,0 0 0,0 0 1,0-1-1,0 1 0,0 0 0,0 0 0,0 0 1,0 0-1,0 0 0,0-1 0,0 1 0,0 0 1,0 0-1,0 0 0,0 0 0,0-1 0,0 1 1,0 0-1,0 0 0,0 0 0,0 0 0,0 0 1,0-1-1,0 1 0,0 0 0,0 0 0,0 0 1,-1 0-1,1 0 0,0 0 0,0-1 0,0 1 1,-13-3-5,-16 4-11,-154 39-24,82-15 39,-135 38 20,208-53-17,-1 2 0,2 0-1,0 2 1,0 1-1,2 1 1,-25 20 0,49-36-3,-1 1 1,1 0-1,0-1 1,0 1-1,0 0 0,0 0 1,0 0-1,1-1 1,-1 1-1,0 0 1,0 0-1,0 0 1,1 0-1,-1 1 1,1-1-1,-1 0 1,1 0-1,-1 0 1,1 0-1,-1 1 1,1 1-1,1-2 1,-1-1 0,1 1 0,0-1 1,0 1-1,0-1 0,-1 1 0,1-1 0,0 0 0,0 1 0,0-1 0,0 0 1,0 0-1,0 0 0,0 0 0,0 0 0,0 0 0,0 0 0,0 0 0,-1 0 1,3 0-1,59-13 37,198-81 4,-33 11-18,-190 71-14,-12 5-3,0-1 0,-1-1 1,35-19-1,-56 26-6,0-1-1,0 1 1,0 0-1,-1-1 1,1 0 0,-1 0-1,4-4 1,-6 6-2,1 1 0,-1 0 1,0-1-1,1 1 0,-1 0 0,0-1 1,0 1-1,0-1 0,1 1 0,-1 0 1,0-1-1,0 1 0,0-1 0,0 1 1,0-1-1,0 1 0,1-1 1,-1 1-1,0 0 0,0-1 0,-1 1 1,1-1-1,0 1 0,0-1 0,0 1 1,0-1-1,0 1 0,0 0 0,-1-1 1,1 1-1,0-1 0,0 1 0,-1 0 1,1-1-1,0 1 0,0-1 0,-1 1 1,1 0-1,0 0 0,-1-1 1,1 1-1,-1 0 0,1 0 0,0-1 1,-1 1-1,1 0 0,-1 0 0,1 0 1,-1 0-1,1-1 0,0 1 0,-1 0 1,1 0-1,-1 0 0,1 0 0,-1 0 1,1 0-1,-1 0 0,1 0 0,-1 1 1,1-1-1,0 0 0,-1 0 0,1 0 1,-2 1-1,-31 3-24,-1 1-1,-53 17 1,-3 1 17,-36 2 23,1 5-1,-137 54 1,-18 34-12,259-105-3,17-7 0,14-4 0,40-10 3,0-1 0,-1-3 0,70-25 0,-60 18-1,418-137 64,-432 143-50,-25 8-4,0 0 0,-1-1 0,0-1 0,0-1 0,0-1 0,-1-1 0,18-12 0,-34 21-10,0-1-1,-1 1 1,1-1 0,0 0 0,-1 1 0,1-1 0,-1 0 0,0 0 0,0 0 0,1-1 0,-1 1-1,-1 0 1,1 0 0,0 0 0,0-1 0,-1 1 0,1 0 0,-1-1 0,0 1 0,0-5-1,0 6-1,0-1 0,-1 1 0,1-1 0,-1 0 0,1 1 0,-1-1 0,0 1 0,0 0 0,1-1 0,-1 1 0,0-1 0,0 1-1,0 0 1,0 0 0,-1-1 0,1 1 0,0 0 0,-1 0 0,1 0 0,0 1 0,-1-1 0,1 0 0,-1 0 0,1 1 0,-1-1-1,1 1 1,-1-1 0,0 1 0,1 0 0,-3-1 0,-8 1-5,-1 0 0,1 0 0,-1 1-1,1 1 1,0 0 0,-1 1 0,-20 7 0,-2 0 1,-194 60 6,183-52 0,0 2 0,-79 47 0,119-63 0,1 0 0,0 0 0,0 0 0,0 1-1,0-1 1,-5 9 0,9-12-1,1 0-1,-1 0 1,1-1-1,-1 1 1,1 0-1,0 0 1,-1 0-1,1-1 1,0 1-1,0 0 1,-1 0-1,1 0 1,0 0-1,0 0 1,0-1-1,0 1 1,0 0-1,0 0 1,0 0-1,0 0 1,1 1-1,0-1 1,0 0-1,0 0 1,0 0-1,0 0 0,0 0 1,0-1-1,0 1 1,0 0-1,0-1 1,1 1-1,-1-1 0,0 0 1,0 1-1,1-1 1,-1 0-1,0 1 0,1-1 1,-1 0-1,0 0 1,2 0-1,12 0 9,-1 0 0,1-1-1,0-1 1,-1 0 0,21-7 0,75-28 12,-30 9 0,156-42 24,-231 69-43,26-11-2,-30 12 1,0-1-1,0 1 1,0-1-1,0 1 1,0-1 0,0 1-1,0-1 1,0 0 0,0 1-1,0-1 1,0 0-1,0 0 1,-1 0 0,1 0-1,0 0 1,-1 0-1,1 0 1,-1 0 0,1 0-1,-1 0 1,1 0-1,-1-1 1,0 1-1,0 0 0,0 0 0,-1 1 0,1-1-1,-1 0 1,1 1 0,0-1 0,-1 0 0,1 1 0,-1-1-1,1 1 1,-1-1 0,0 1 0,1-1 0,-1 1 0,0-1 0,1 1-1,-1 0 1,0-1 0,1 1 0,-1 0 0,0-1 0,0 1 0,1 0-1,-1 0 1,0 0 0,0 0 0,1 0 0,-1 0 0,0 0 0,-1 0-1,-29 0-10,28 0 10,-60 8-20,-1 3 0,-107 33 0,84-21 16,53-14 5,-107 32 0,125-35 0,0 0-1,1 2 1,0-1 0,0 2 0,1 0 0,-19 16-1,31-24 1,1 0 0,-1 0 0,1 1-1,0-1 1,0 0 0,0 1 0,-1-1-1,1 1 1,0 0 0,1-1 0,-1 1-1,0 0 1,0 1 0,1-2 0,0 0 0,0-1-1,0 1 1,0-1 0,0 1 0,0-1 0,0 1 0,0 0-1,0-1 1,1 1 0,-1-1 0,0 1 0,0-1 0,0 1-1,1-1 1,-1 1 0,0-1 0,1 1 0,-1-1-1,1 0 1,-1 1 0,0-1 0,1 1 0,-1-1 0,1 0-1,-1 0 1,1 1 0,3 1-1,0-1 1,0 0-1,0 0 1,0 0-1,0 0 0,0-1 1,0 0-1,0 0 0,8 0 1,28-6 1,-1-2 0,-1-1 0,71-27 0,-39 13 3,306-81 45,-360 101-45,-9 2-1,0 0 1,0-1-1,0 0 1,13-6-1,-20 8-3,0 0 0,0 0 0,0 0 0,0 0 0,0 0 0,0 0 1,0 0-1,0 0 0,0 0 0,0-1 0,0 1 0,0 0 0,0 0 0,0 0 0,0 0 0,0 0 0,0 0 0,0 0 0,0 0 0,0 0 0,0 0 0,0 0 0,0 0 0,-1 0 0,1 0 0,0 0 0,0 0 0,0 0 0,0-1 0,0 1 0,0 0 0,1 0 0,-1 0 0,0 0 0,0 0 0,0 0 0,0 0 0,0 0 0,0 0 0,0 0 0,0 0 0,0 0 0,0 0 0,0 0 0,0 0 0,0 0 0,0 0 0,0 0 0,0-1 0,0 1 0,0 0 0,0 0 0,-11 0-5,-17 3-12,-118 21-9,-143 31 23,256-46 7,1 1 0,0 2 0,0 1 0,2 1 1,-1 2-1,-40 29 0,52-26 1,19-19-5,-1 0 1,1 0-1,0 1 0,0-1 0,0 0 0,0 0 1,0 1-1,0-1 0,0 0 0,0 0 1,0 1-1,0-1 0,0 0 0,0 1 0,0-1 1,0 0-1,0 0 0,0 1 0,0-1 0,0 0 1,0 0-1,0 1 0,0-1 0,1 0 1,-1 0-1,0 0 0,0 1 0,0-1 0,0 0 1,0 0-1,1 0 0,-1 1 0,0-1 0,0 0 1,1 0-1,-1 0 0,0 0 0,0 0 1,0 1-1,1-1 0,-1 0 0,1 0 0,2 0 3,1 1-1,-1-1 0,1 0 0,-1 0 0,1-1 0,0 1 0,-1-1 0,1 0 0,-1 0 0,6-2 0,58-25 18,84-48 0,-88 42-2,94-36-1,-123 59-12,-24 9-4,-1 0 0,0-1 0,0 0 0,0-1 0,0 0 0,-1 0-1,1-1 1,-1 0 0,0-1 0,10-9 0,-17 15-1,0-1-1,-1 1 1,1-1 0,-1 1 0,1-1-1,-1 1 1,1-1 0,-1 0 0,0 1-1,1-1 1,-1 0 0,0 0 0,1 1-1,-1-1 1,0 0 0,0 0 0,0 1-1,0-1 1,0 0 0,0 0 0,0 1-1,0-1 1,0 0 0,0 0 0,0 0-1,0 1 1,0-1 0,-1 0 0,1 0-1,-1 0 0,0 0 0,0 0 0,-1 0 0,1 0 0,0 0 0,0 0-1,0 1 1,-1-1 0,1 0 0,-1 1 0,1-1 0,0 1 0,-1 0 0,-1-1-1,-7 0-5,1 0-1,0 0 1,-18 2-1,1 3-1,0 1 0,0 1-1,1 1 1,-37 15 0,-96 52 0,107-49 13,34-17 0,1 0-1,-23 18 0,35-23-2,0 0-1,0 0 1,0 0-1,1 1 1,0-1-1,-1 1 1,1 0-1,1 0 1,-1 0-1,0 0 1,1 1-1,0-1 1,0 1-1,-2 8 1,4-12-1,0-1 0,-1 1 0,1 0 0,0-1 0,0 1 1,0-1-1,0 1 0,0 0 0,0-1 0,0 1 0,0 0 0,0-1 0,0 1 1,1-1-1,-1 1 0,0-1 0,0 1 0,0 0 0,1-1 0,-1 1 1,0-1-1,1 1 0,-1-1 0,0 1 0,1-1 0,-1 1 0,1-1 1,-1 0-1,1 1 0,-1-1 0,1 0 0,-1 1 0,1-1 0,0 1 0,1-1 2,1 0-1,-1 1 0,0-1 0,0 0 0,1 0 0,-1 0 0,0 0 0,0-1 1,5 0-1,47-20 23,-54 21-24,380-158 101,-350 147-76,60-21 71,-81 28-76,0-1 0,0 0 0,0 0-1,-1-1 1,0 0 0,14-13 0,-21 18-18,1 0 0,-1 0 0,0 0 1,0-1-1,0 1 0,0 0 0,0-1 0,0 1 0,0-1 0,-1 1 0,1-1 0,0 1 1,-1-1-1,0 0 0,1 1 0,-1-1 0,0-1 0,0 2-2,0 0 1,0 0-1,-1 0 0,1 0 0,0 1 1,-1-1-1,1 0 0,-1 0 0,1 1 1,-1-1-1,1 0 0,-1 1 0,0-1 1,1 0-1,-1 1 0,0-1 0,1 1 0,-1-1 1,0 1-1,0 0 0,1-1 0,-3 0 1,-4-1-5,-1 0 0,0 1 1,0 0-1,1 0 0,-13 0 0,-10 2-3,-1 1 0,0 1 0,0 2 0,1 1 0,0 1 0,-35 14 0,-170 80-38,213-90 45,13-7 0,-48 26 4,54-28-3,0 0-1,-1 0 0,1 0 0,0 0 1,1 1-1,-1 0 0,0-1 0,1 1 1,-1 0-1,1 0 0,0 0 0,0 0 1,-2 5-1,4-8 0,0 1 0,0 0 0,0-1 0,0 1 1,0 0-1,0-1 0,0 1 0,0 0 0,0-1 1,0 1-1,0 0 0,0-1 0,0 1 0,0 0 0,1-1 1,-1 1-1,0-1 0,1 1 0,-1 0 0,0-1 0,1 1 1,-1-1-1,0 1 0,1-1 0,-1 1 0,1-1 0,-1 1 1,1-1-1,0 0 0,-1 1 0,1-1 0,-1 0 0,1 1 1,0-1-1,-1 0 0,1 0 0,-1 1 0,1-1 0,0 0 1,-1 0-1,1 0 0,0 0 0,-1 0 0,1 0 0,0 0 1,0 0-1,34-3 16,15-11 4,-1-1 0,73-35 0,-66 26-8,275-122 67,-299 126-69,-22 8-17,-10 12 6,0-1 0,0 1 0,-1-1 0,1 1 0,0 0 0,0-1 0,0 1 0,-1-1 0,1 1 0,0 0 0,0-1 0,-1 1 0,1 0 0,0 0 0,-1-1 0,1 1 0,0 0 0,-1 0 0,1-1 0,-1 1 0,1 0 0,0 0 0,-1 0 0,1 0 0,-1-1 0,1 1 0,-1 0 0,1 0 0,0 0 0,-1 0 0,1 0 0,-1 0 0,0 0 0,-25 0-17,0 0-1,-1 1 1,1 2 0,0 0 0,-34 11 0,10-4 1,-56 13 15,0 5-1,2 4 0,-190 88 1,266-101 5,25-9 3,3-9-5,1-1-1,0 1 1,-1-1-1,1 1 1,0-1-1,0 1 1,-1-1-1,1 0 1,0 1-1,0-1 1,-1 0-1,1 0 1,0 1-1,0-1 1,0 0-1,0 0 1,1 0-1,12 1 10,0-1-1,-1 0 0,1-1 0,0 0 0,25-7 0,72-25 15,-49 13-9,-33 12-11,349-115 111,-349 112-98,-17 7-9,-1 0 0,1-1 0,-1-1 1,0 1-1,14-11 0,-25 16-7,1 0-1,-1 0 0,0-1 1,1 1-1,-1 0 1,1-1-1,-1 1 0,0 0 1,1-1-1,-1 1 1,0 0-1,1-1 1,-1 1-1,0-1 0,0 1 1,1-1-1,-1 1 1,0-1-1,0 1 0,0 0 1,0-1-1,0 1 1,0-1-1,0 1 0,0-1 1,0 1-1,0-1 1,0 1-1,0-1 1,0 0-1,-13-7-3,-22 2-11,15 5 7,-1 2-1,0 0 1,0 1-1,-34 9 1,9 1 3,-44 17 0,62-18 5,0 1 0,0 1 0,1 1 0,1 1 0,0 1 0,1 2 0,-40 36 0,65-54-1,0 0 0,0 0 0,0 0 0,-1 0 0,1 0 0,0 0 1,0 0-1,0 1 0,0-1 0,0 0 0,-1 0 0,1 0 0,0 0 0,0 1 0,0-1 0,0 0 1,0 0-1,0 0 0,0 1 0,0-1 0,0 0 0,0 0 0,0 0 0,0 1 0,0-1 0,0 0 1,0 0-1,0 0 0,0 1 0,0-1 0,0 0 0,0 0 0,0 0 0,0 0 0,0 1 0,0-1 1,0 0-1,0 0 0,0 0 0,1 1 0,8 2 10,13-3 9,15-4-5,0-3-1,0-1 0,38-13 1,-8-3 19,68-36 0,-71 31 15,-47 22-30,-10 4-9,0 1 1,0-1-1,0-1 0,0 0 0,-1 0 0,0 0 0,0 0 0,12-11 0,-18 14-9,0 1 1,1 0-1,-1-1 0,0 1 0,0-1 0,1 1 0,-1-1 1,0 1-1,0-1 0,0 1 0,1-1 0,-1 1 1,0-1-1,0 1 0,0-1 0,0 1 0,0-1 0,0 1 1,0-1-1,0 1 0,0-1 0,0 1 0,0-1 0,0 1 1,-1-1-1,1 1 0,0-1 0,0 1 0,-1-1 1,1 1-1,0 0 0,0-1 0,-1 1 0,1-1 0,0 1 1,-1 0-1,1-1 0,-1 1 0,1 0 0,0-1 0,-2 1 1,-21-9-21,5 6 9,0 1 1,0 1-1,0 0 0,-1 1 0,-35 6 0,-91 25-26,101-19 39,0 1 0,1 2 0,0 2 0,-74 42 0,113-57-2,-1 1-1,0 0 1,1 0-1,0 0 1,-1 1 0,1 0-1,1-1 1,-1 1-1,1 1 1,-1-1-1,-2 6 1,6-10 0,0 0 0,0 0 0,0 1 0,0-1 0,-1 0 0,1 1 0,0-1 1,0 0-1,0 1 0,0-1 0,0 0 0,1 1 0,-1-1 0,0 0 0,0 1 0,0-1 0,0 0 0,0 0 0,0 1 0,0-1 1,1 0-1,-1 1 0,0-1 0,0 0 0,0 0 0,1 1 0,-1-1 0,0 0 0,0 0 0,1 0 0,-1 1 0,0-1 0,0 0 1,1 0-1,-1 0 0,0 0 0,1 0 0,-1 0 0,0 1 0,0-1 0,1 0 0,-1 0 0,0 0 0,1 0 0,-1 0 0,0 0 1,1 0-1,19 0 9,-18 0-7,26-5 1,-1 0 1,0-2 0,-1 0 0,0-2 0,0-1 0,30-17 0,-9 7 2,135-48 15,-109 43 5,111-54-1,-174 72-29,-11 3-12,-20 2-13,-35 5-12,1 3 0,-91 22 0,92-16 29,-295 71-30,248-53 51,-134 60 0,151-47-10,91-46 0,0 1 0,1 1 0,-1-1 0,1 1 0,10-1 1,20-2 5,55-19 6,-1-4 1,135-59-1,-118 43 13,206-76 107,-290 107-128,-25 12-4,1 0 1,-1 0-1,0 0 1,0 0-1,1 0 1,-1 0-1,0-1 1,0 1 0,1 0-1,-1 0 1,0 0-1,0 0 1,0-1-1,1 1 1,-1 0-1,0 0 1,0 0 0,0-1-1,0 1 1,0 0-1,1 0 1,-1-1-1,0 1 1,0 0 0,0 0-1,0-1 1,0 1-1,0 0 1,0 0-1,0-1 1,0 1-1,0 0 1,0 0 0,0-1-1,0 1 1,0 0-1,0-1 1,-11-3-22,-18 1-17,-24 6 25,1 2-1,0 2 0,1 3 1,-1 2-1,2 2 0,-76 32 1,115-41 17,-44 20 7,51-22-9,-1-1 0,1 1 0,0 0-1,0 0 1,0 0 0,0 0 0,1 1-1,-1 0 1,-2 4 0,6-8 0,-1 1-1,1-1 1,0 1 0,0-1-1,-1 1 1,1 0-1,0-1 1,0 1 0,0 0-1,0-1 1,0 1 0,0-1-1,0 1 1,0 0 0,0-1-1,0 1 1,0 0 0,0-1-1,0 1 1,0 0 0,0-1-1,1 1 1,-1-1 0,0 1-1,1 0 1,-1-1-1,0 1 1,1-1 0,-1 1-1,1-1 1,-1 1 0,0-1-1,1 0 1,-1 1 0,1-1-1,0 1 1,-1-1 0,1 0-1,-1 0 1,1 1 0,-1-1-1,1 0 1,0 0 0,-1 0-1,1 1 1,0-1-1,-1 0 1,2 0 0,34 5 21,-35-5-21,18-1 6,0-1 1,-1 0 0,1-1 0,-1-1-1,30-11 1,-4 2-4,319-81 91,-344 90-90,-4 0-1,-1 0 0,1 0-1,-1-1 1,21-11 0,-34 15-4,-1 1 0,1 0 1,0-1-1,0 1 0,0-1 0,-1 1 1,1-1-1,0 0 0,-1 1 0,1-1 0,0 0 1,-1 1-1,1-1 0,-1 0 0,1 0 1,0-1-1,-1 1 0,0 1 0,0 0 0,0-1 0,0 1 0,0 0 1,-1-1-1,1 1 0,0 0 0,0-1 0,0 1 0,0 0 0,-1-1 0,1 1 0,0 0 1,0 0-1,-1-1 0,1 1 0,0 0 0,-1 0 0,1-1 0,0 1 0,0 0 1,-1 0-1,1 0 0,0 0 0,-1-1 0,1 1 0,-1 0 0,-34-5-2,-31 9-26,0 3 0,-107 26-1,133-25 24,11-2 3,-123 30 2,132-30 5,0 1 0,1 1 1,0 1-1,0 0 0,-22 16 0,40-24-5,0-1 1,0 1-1,-1 0 1,2 0-1,-1-1 0,0 1 1,0 0-1,0 0 1,0 0-1,0 0 1,1 0-1,-1 0 0,0 0 1,1 0-1,-1 0 1,1 0-1,-1 0 0,1 1 1,-1 0-1,1-1 0,1 0 1,-1-1-1,0 1 0,0 0 0,1-1 1,-1 1-1,0 0 0,1-1 0,-1 1 0,1-1 1,-1 1-1,1-1 0,-1 1 0,1-1 0,-1 1 1,1-1-1,-1 1 0,1-1 0,-1 0 0,1 1 1,0-1-1,-1 0 0,2 1 0,3 1 1,0-1 0,0 0-1,0 0 1,0 0 0,1 0-1,-1-1 1,8 0 0,35-8 13,-1-1 0,1-3 0,-2-2 1,64-27-1,-6 2 17,-67 27-16,-12 5 0,0-2 0,-1 0 1,34-20-1,-57 29-15,0-1 1,0 1-1,0-1 0,0 1 0,0-1 0,0 0 0,-1 1 1,1-1-1,0 0 0,0 0 0,0 0 0,-1 1 0,1-1 1,-1 0-1,1 0 0,-1 0 0,1 0 0,-1 0 0,1-2 1,-1 3-2,0-1 1,0 0 0,-1 1-1,1-1 1,0 1 0,0-1-1,-1 1 1,1-1 0,0 1-1,-1-1 1,1 1 0,-1-1-1,1 1 1,0-1 0,-1 1-1,1 0 1,-1-1 0,1 1-1,-1 0 1,0-1 0,1 1-1,-1 0 1,0-1 0,-6-1-5,1 0 0,-1 1 0,1-1 0,-13 0 0,-21 2-2,1 1 0,0 2 0,-1 2 0,1 2-1,1 1 1,-1 2 0,2 2 0,-68 29 0,98-37 7,0-2 2,1 1 0,0 0-1,0 0 1,0 0 0,0 1-1,0 0 1,1 0 0,0 1 0,-8 8-1,13-13 0,0 0-1,-1 0 0,1 0 1,0 0-1,0 0 0,0 0 1,0 0-1,0 1 1,0-1-1,0 0 0,0 0 1,0 0-1,0 0 0,0 0 1,0 0-1,0 1 1,0-1-1,0 0 0,0 0 1,0 0-1,0 0 0,0 0 1,0 0-1,0 1 1,0-1-1,0 0 0,0 0 1,0 0-1,1 0 0,-1 0 1,0 0-1,0 0 0,0 1 1,0-1-1,0 0 1,0 0-1,0 0 0,0 0 1,0 0-1,1 0 0,-1 0 1,0 0-1,0 0 1,0 0-1,0 0 0,0 0 1,0 0-1,1 0 0,-1 0 1,0 0-1,0 0 0,12 1 9,12-6-5,163-62 33,0-2-11,-137 55-19,-16 4-1,0-1-1,34-16 1,-67 26-6,0 1-1,-1 0 1,1 0-1,0-1 1,0 1 0,-1 0-1,1-1 1,0 1 0,0 0-1,-1-1 1,1 1-1,-1-1 1,1 0 0,0 1-1,-1-1 1,1 1 0,-1-1-1,1 0 1,-1 1-1,0-1 1,1 0 0,-1 0-1,0 1 1,1-2 0,-2 1-2,1 1 1,-1-1 0,1 0 0,-1 1 0,1-1 0,-1 1 0,1-1 0,-1 1 0,0 0 0,1-1 0,-1 1 0,0 0 0,0-1 0,1 1 0,-1 0 0,0 0 0,1-1 0,-1 1 0,-1 0 0,-46-4-33,-27 6 19,1 3 0,-1 3 0,1 4 0,0 2 0,-94 33 1,160-44 14,-50 20 1,56-22-1,-1 0 0,1 0 0,-1 0 0,1 1 0,-1 0 0,1-1 0,0 1 0,0 0 0,0 0 0,0 0 0,0 0 0,1 0 0,-1 1 0,0-1 0,1 0 0,0 1 0,-2 3 0,3-6 0,0 1 0,0-1 0,0 0 0,0 0 0,0 1 0,0-1 1,0 0-1,0 1 0,0-1 0,0 0 0,0 0 0,0 1 0,1-1 0,-1 0 0,0 0 0,0 1 0,0-1 0,0 0 0,0 0 1,1 0-1,-1 1 0,0-1 0,0 0 0,0 0 0,1 0 0,-1 0 0,0 1 0,0-1 0,1 0 0,-1 0 0,0 0 1,0 0-1,1 0 0,-1 0 0,0 0 0,1 0 0,16 1 7,16-6 7,213-69 31,-34 10-18,-181 56-19,-1 1 2,0-2 0,55-23 1,-93 29-27,-28 3-2,0 2 1,0 1 0,0 2 0,-52 13 0,40-8 3,42-9 13,-147 34-9,124-27 10,1 1 0,-1 2 0,-30 16 0,53-24 0,0 1 0,0 0 0,0 1 0,1-1 0,-8 8 0,12-11 0,1 0 0,-1-1 0,0 1 0,1 0 0,-1 0 0,1 0 0,-1 0 0,1 0 0,-1 0 0,1 0 1,-1 0-1,1 0 0,0 0 0,0 0 0,0 0 0,-1 0 0,1 0 0,0 1 0,1-1 1,-1 0-1,1 0 0,-1 0 1,1 0-1,0 0 0,-1-1 1,1 1-1,0 0 0,0-1 1,-1 1-1,1 0 0,0-1 1,0 1-1,0-1 0,0 1 1,0-1-1,0 1 0,-1-1 1,1 0-1,0 1 0,0-1 1,0 0-1,2 0 0,8 2 6,0-1 0,0 0 0,0 0 1,0-1-1,0-1 0,21-3 0,69-21 5,-65 15-10,125-26-8,-88 22 19,90-31 0,-156 43-9,-4 1-2,-1 0 0,1 0 0,0 0 0,-1 0 0,1 0-1,-1-1 1,0 1 0,1-1 0,2-2 0,-5 3-2,0 1 0,-1 0 0,1-1 0,0 1 0,0 0-1,0-1 1,-1 1 0,1 0 0,0 0 0,-1-1 0,1 1 0,0 0 0,-1 0-1,1-1 1,0 1 0,-1 0 0,1 0 0,0 0 0,-1 0 0,1 0-1,0-1 1,-1 1 0,1 0 0,-1 0 0,1 0 0,-1 0 0,-8 0-7,0 0 1,0 0 0,0 1 0,0 1-1,0-1 1,-14 5 0,-10 2-1,-38 5-17,-177 35-5,194-34 15,1 1 0,-77 35 0,106-36-58,16-7-175,8-6 230,0-1 0,0 0 1,0 0-1,1 1 0,-1-1 0,0 0 0,0 0 0,0 0 0,0 0 1,0 1-1,0-1 0,0 0 0,0 0 0,1 0 0,-1 0 0,0 1 1,0-1-1,0 0 0,0 0 0,1 0 0,-1 0 0,0 0 0,0 0 1,0 1-1,1-1 0,-1 0 0,0 0 0,0 0 0,0 0 0,1 0 0,-1 0 1,0 0-1,0 0 0,0 0 0,1 0 0,-1 0 0,0 0 0,0 0 1,1 0-1,-1 0 0,0-1 0,37 2-1715,73-10 0,-24 1 241,24 3 95,16 4 493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09:45:57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90 104 10346,'21'-9'552,"34"-21"-1,-11 6 527,-39 23-28,3-2-362,-8 4-676,-1-1 0,1 0 0,0 0 0,0 0 0,0 0 0,0 0-1,0 0 1,0 0 0,0 0 0,0 0 0,0 0 0,0 0 0,-1 0-1,1 0 1,0 0 0,0 0 0,0 0 0,0 0 0,0 0 0,0 0-1,0 0 1,0 0 0,0-1 0,0 1 0,0 0 0,-1 0 0,1 0-1,0 0 1,0 0 0,0 0 0,0 0 0,0 0 0,0 0 0,0 0-1,0 0 1,0 0 0,0 0 0,0 0 0,0-1 0,0 1 0,0 0-1,0 0 1,0 0 0,0 0 0,0 0 0,0 0 0,0 0 0,0 0-1,0 0 1,0 0 0,0-1 0,0 1 0,0 0 0,0 0 0,0 0-1,0 0 1,0 0 0,0 0 0,0 0 0,0 0 0,0 0 0,0 0 0,-4 1-21,-1 0 1,1 1 0,-1 0 0,1 0 0,0 0 0,0 0 0,0 1 0,0 0 0,0-1 0,-4 6 0,1-2 22,-27 21 20,23-17 18,-1-1 0,0 0 0,0 0 0,-1-1 0,0-1-1,-15 7 1,27-14 88,2-2-120,0-1 0,1 1 0,-1 0 0,1 0 0,0 0 0,0 0-1,0 0 1,0 0 0,4-2 0,51-47 135,-44 39-81,0 0-1,0 0 1,1 1-1,28-16 1,-135 69 718,-13 11-753,105-51 124,8-3-89,8-3-1,52-27 41,79-34 706,-125 55-760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09:45:58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209 255 19132,'3'-13'-9,"2"-1"-1,0 1 1,10-19-1,-13 28 36,0 0 0,1 0 0,0 0 0,0 0 0,0 0 0,1 1 0,-1-1 0,1 1 0,0 0 0,0 0 0,0 0 0,0 1 0,8-4-1,-6 4 3,0 0 0,-1-1 0,1 1 0,-1-1 0,1-1-1,-1 1 1,0 0 0,0-1 0,0 0 0,-1-1 0,1 1-1,-1-1 1,0 1 0,6-11 0,5-5 28,-15 19 7,-32 15-53,-321 161 56,350-176 117,9-6-117,8-7-30,12-3-10,1 1 0,1 2 0,1 0 0,37-11 1,-23 8-3,42-16 22,93-41 86,-178 71 25,-9 2-114,-11 1-39,-12 9 0,0 2 0,1 1 0,0 2-1,1 1 1,0 1 0,2 1-1,0 2 1,-39 34 0,56-43-3,0 0 1,1 1 0,1 0-1,-13 19 1,22-30-2,0 0 1,0 1 0,0-1-1,-1 0 1,1 0 0,0 1-1,0-1 1,0 0 0,0 0-1,0 1 1,0-1 0,-1 0-1,1 0 1,0 1 0,0-1-1,0 0 1,0 0 0,0 1-1,0-1 1,0 0 0,0 0-1,0 1 1,0-1 0,0 0-1,1 1 1,-1-1-1,0 0 1,0 0 0,0 1-1,0-1 1,0 0 0,0 0-1,1 0 1,-1 1 0,0-1-1,0 0 1,1 0 0,11 3 25,16-7 19,14-8-4,0-1 0,42-19 1,-68 24-23,1-1 1,-1 0 0,0-1 0,-1-1 0,0 0 0,-1-1 0,20-21 0,-24 15 218,-9 12-104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7T09:46:11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51 123 8562,'2'4'189,"-1"1"1,0-1-1,-1 0 1,1 0-1,-1 1 0,0-1 1,0 0-1,0 1 1,-1-1-1,1 0 1,-1 1-1,0-1 0,0 0 1,-1 0-1,1 0 1,-3 4-1,2-1-153,-1 0-1,2 0 0,-1 0 1,1 0-1,-1 9 1,2-8 132,1 0 1,-1 1 0,0-1-1,-1 0 1,0 1 0,0-1-1,-1 0 1,0 0 0,-1 0 0,0 0-1,0 0 1,0-1 0,-7 11-1,9-17-158,1-1-1,0 1 1,-1-1-1,1 1 1,-1-1-1,1 1 1,0-1 0,-1 1-1,1-1 1,0 1-1,0-1 1,-1 1-1,1 0 1,0-1-1,0 1 1,0-1-1,0 1 1,0 0-1,0-1 1,0 1-1,0 0 1,0-1-1,0 1 1,0-1-1,0 1 1,0 0-1,0-1 1,1 1-1,-1-1 1,0 1-1,1 0 1,-1-1 8,1 0 0,0 0 0,-1 0 0,1 0 0,0 0 0,-1 0 0,1 0 0,0-1 0,-1 1 0,1 0 0,0 0 0,-1-1 0,1 1 0,-1 0 0,1-1 0,-1 1 0,1-1 0,-1 1 0,1-1 0,-1 1 0,1-1 0,-1 1 0,0-1 0,1 1 0,-1-1 0,0 1 0,1-1 0,-1 0 0,1-1 0,3-6 17,0-1 0,-1 0 0,0-1 0,0 1 0,-1-1 1,0 1-1,0-1 0,-1-15 0,-4-83 116,1 84-121,-3-18-11,3 31-16,1 0 0,0 0 0,0 0 1,2-19-1,0 28-3,-1 0 1,1 1-1,0-1 1,0 0-1,0 1 1,0-1-1,0 1 1,0-1-1,0 1 1,1 0-1,-1-1 1,1 1-1,-1 0 1,0 0-1,1 0 1,0 0-1,-1 0 1,1 0-1,0 1 1,-1-1-1,1 0 1,0 1-1,0-1 1,0 1-1,-1 0 1,1 0-1,0 0 1,3 0-1,7-1 13,1 1-1,21 2 1,-28-1-11,-1 0 0,0 1 0,0-1 0,0 1 0,0 0 0,0 1 0,0-1 1,-1 1-1,7 4 0,39 35 12,-40-33-15,-6-4 15,0 0-1,0 0 0,-1 0 1,0 1-1,0-1 1,0 1-1,0-1 0,-1 1 1,0 0-1,0 0 0,-1 0 1,0 0-1,0 1 1,0 10-1,0 1 0,-1-1 0,0 1 0,-2-1 0,-3 19 0,4-31 48,0-1-1,0 0 1,0 1 0,0-1 0,-1 0 0,1 0-1,-1 0 1,0 0 0,0 0 0,-1-1-1,-2 5 1,4-8-31,-1 0 4,2 0-34,0 0 1,-1 0-1,1 0 1,0 0 0,-1 0-1,1 0 1,0 0-1,-1 0 1,1-1-1,0 1 1,-1 0 0,1 0-1,0 0 1,-1 0-1,1-1 1,0 1-1,-1 0 1,1 0 0,0-1-1,0 1 1,-1 0-1,1 0 1,0-1-1,0 1 1,0 0-1,0-1 1,-1 1 0,1 0-1,0-1 1,0 1-1,0 0 1,0-1-1,0 1 1,0 0 0,0-1-1,0 1 1,0 0-1,0-1 1,0 1-1,0-1 1,0-12 6,0 0 0,1 1-1,1-1 1,0 1 0,0-1 0,1 1-1,1 0 1,0 0 0,1 0 0,0 0 0,12-19-1,-1 8 3,1 0-1,21-21 1,-30 36-9,0 0 1,0 0-1,1 1 0,0 0 1,1 1-1,0 0 1,0 1-1,12-6 1,-22 11-1,1 0 0,-1 0 0,1-1 0,0 1 0,-1 0 0,1 0 0,0 0 0,-1 0 0,1 0 0,0 0 0,0 0 0,-1 0 0,1 0 1,0 0-1,-1 0 0,1 0 0,-1 1 0,1-1 0,0 0 0,-1 0 0,1 1 0,0-1 0,-1 1 0,1-1 0,-1 0 0,1 1 0,-1-1 0,1 1 1,-1-1-1,1 1 0,-1-1 0,0 1 0,1-1 0,-1 1 0,0 0 0,1-1 0,-1 1 0,0 1 0,7 31 4,-5-16-2,2-5-3,-2 1 1,0 0-1,0 0 1,-1 0 0,-2 25-1,-12 68-3,3-37 3,8-52-1,-2 0 1,0-1-1,-1 1 0,-8 18 1,9-24 1,-2 15-27,6-26-149,6-20-1823,-1 5 1408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5519-1931-D0E6-97C6-E6321D5A6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8FE9F-6333-F287-2753-F177A1244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2B9E2-FF55-7129-EC6F-AE10015B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D9440-5EA9-289B-52BD-767BEDC4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46101-CD68-82D3-7C80-EA2C715A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52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1382-BF46-6486-4928-169F6994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D1468-9354-8C66-9F2D-CF1088775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45D94-5D29-05E0-AF50-56F334F2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2CCEF-0302-891C-A3CE-D7211110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8E01-CBA2-A4C1-2413-D97B2417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30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2A7C-3C8E-9D78-8659-68FD7CEE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BD289-F59A-EBE6-0103-3274E01F5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F9B4E-E1F2-F2DF-AA1D-6FDFB786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D3B1-4AB0-8785-96A0-C8EDA8B0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5E4A-035F-64B0-6D4D-6E7693F5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54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C8E2-2BE6-C592-5E19-845AAD99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44F6-3BB6-1619-A19D-AD5C42CD7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09284-7FE4-6A85-E33D-36B27D982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7D2AF-1DC0-ED07-9ED6-A0F88F85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A9319-DD30-700E-E17B-C9B4E6B6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01999-1585-DBE3-B8D6-610CFADD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77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CAF9-B746-C4D6-76ED-66AB9611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F8270-4F46-9FCF-8202-FF30E6462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5940B-3C1F-E41B-06A0-ADD253EAF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FBC68-7803-6E24-936D-E55333419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A3C658-BB20-4C1D-31BB-CEB3C565C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225ED6-E5E9-FF06-D3CC-12B93F0E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D5EF5-2343-0E04-7FF2-8CC9E348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9BCEC-3A02-B35B-52C7-1E384733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68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38E9-5373-DE99-7235-330C93B9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419BD-A8A1-017B-E9D4-FD617D23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1E632-171A-8DDC-ACEA-F1B4984C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33CEC-D35A-6387-D5F0-DBD2E4C3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5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92B52-A554-41F7-1C99-F14C0C14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37120-967F-8BB1-FD75-08529019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0787-9209-1BE7-3141-F46E7433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66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F5C73-DA5D-2AAB-DD0D-9327DD5C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CC10-463F-4AA0-CF5B-9E1CEA54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2D7C5-E08B-9D56-7A81-DDD42D1CE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16D22-C94C-15DC-6724-6DFA58F8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22604-C3E8-6A59-551D-D8E9EB88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3CD80-81EC-61E3-4B17-D96AD843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27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AB98-20EA-6BC1-ED85-05C7DE56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CEA32-3790-3B17-D050-8CBCDB74E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FFF55-32CF-2F58-0928-AD32DEBDF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4BD89-7E8F-9DD5-B479-73490DE6F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9FCD0-3F3E-2661-F88B-0D2D2984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31EAC-EE86-950F-367C-7B9C39D7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27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06D9-4C87-83FB-346F-F7A7FFBC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70D1C-EA3A-8679-430B-7769A97EE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70AE7-4749-489D-783B-F64E3225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1F433-7D69-8265-7A2A-2F4E4445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9264E-3EC6-3759-1701-5E356B1A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63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55CB8-D16E-BF57-01B7-6DBB09D7D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87BF7-DB9D-D7F0-1502-A7A785E3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CAD9A-56E7-F636-D8A1-F985F1A3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66BF-5847-1DFF-A83D-80215D66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648F-99AC-97DB-AB69-271E7312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16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D0494-7BE9-0AAD-6B66-454D0586F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01370-DB0D-3B04-0038-C1565867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C029-43D2-831D-7770-BBB2F96F9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DD0FA-BA9B-42F2-AC41-2105B97929F1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E3D6-9392-6F0D-FD19-192B8CC80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7EDD8-BA27-1A89-9601-ABB64A710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786F6-E917-4A47-B8A2-612590A2BE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02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6DD5-7E16-C655-805F-0D1FA66CA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Mandelbox Math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029C0-9F5F-372D-9ADE-155D807B4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Dk why I made this into a presentation lmao</a:t>
            </a:r>
          </a:p>
        </p:txBody>
      </p:sp>
    </p:spTree>
    <p:extLst>
      <p:ext uri="{BB962C8B-B14F-4D97-AF65-F5344CB8AC3E}">
        <p14:creationId xmlns:p14="http://schemas.microsoft.com/office/powerpoint/2010/main" val="316811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0D19FDB-2164-F758-2BBD-306C2AB3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18960" cy="67629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CFEE6F-06F2-FFAD-C7CD-FB14494B7BAA}"/>
              </a:ext>
            </a:extLst>
          </p:cNvPr>
          <p:cNvSpPr txBox="1"/>
          <p:nvPr/>
        </p:nvSpPr>
        <p:spPr>
          <a:xfrm>
            <a:off x="7330440" y="207311"/>
            <a:ext cx="45110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2800">
                <a:effectLst/>
                <a:latin typeface="Calibri" panose="020F0502020204030204" pitchFamily="34" charset="0"/>
              </a:rPr>
              <a:t>Example:</a:t>
            </a:r>
          </a:p>
          <a:p>
            <a:pPr marL="0" marR="0">
              <a:buNone/>
            </a:pPr>
            <a:r>
              <a:rPr lang="en-GB" sz="2800">
                <a:effectLst/>
                <a:latin typeface="Calibri" panose="020F0502020204030204" pitchFamily="34" charset="0"/>
              </a:rPr>
              <a:t>So like, let`s </a:t>
            </a:r>
            <a:r>
              <a:rPr lang="en-GB" sz="2800">
                <a:latin typeface="Calibri" panose="020F0502020204030204" pitchFamily="34" charset="0"/>
              </a:rPr>
              <a:t>say we are</a:t>
            </a:r>
            <a:r>
              <a:rPr lang="en-GB" sz="2800">
                <a:effectLst/>
                <a:latin typeface="Calibri" panose="020F0502020204030204" pitchFamily="34" charset="0"/>
              </a:rPr>
              <a:t> looking through a pixel Y and there is a box point 10 metres ahead. There is also a box point 3 metres to the left. The distance function would say: 3 metres because that is the nearest surface in any direction. So, we would jump 3 metres in </a:t>
            </a:r>
            <a:r>
              <a:rPr lang="en-GB" sz="2800" b="1">
                <a:effectLst/>
                <a:latin typeface="Calibri" panose="020F0502020204030204" pitchFamily="34" charset="0"/>
              </a:rPr>
              <a:t>our predetermined direction </a:t>
            </a:r>
            <a:r>
              <a:rPr lang="en-GB" sz="2800">
                <a:effectLst/>
                <a:latin typeface="Calibri" panose="020F0502020204030204" pitchFamily="34" charset="0"/>
              </a:rPr>
              <a:t>and then ask again till we hit something or accept the miss after N iterations or </a:t>
            </a:r>
            <a:r>
              <a:rPr lang="en-GB" sz="2800" err="1">
                <a:effectLst/>
                <a:latin typeface="Calibri" panose="020F0502020204030204" pitchFamily="34" charset="0"/>
              </a:rPr>
              <a:t>sumn</a:t>
            </a:r>
            <a:r>
              <a:rPr lang="en-GB" sz="2800">
                <a:effectLst/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47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2DE353-C361-5B2A-DCEF-05B96FB3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4" r="944" b="-1"/>
          <a:stretch>
            <a:fillRect/>
          </a:stretch>
        </p:blipFill>
        <p:spPr>
          <a:xfrm>
            <a:off x="164621" y="374311"/>
            <a:ext cx="5632001" cy="5706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D8EED-36D1-2D0E-91F0-BEBB7245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403" y="0"/>
            <a:ext cx="6195597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7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B87C7-4851-486F-522D-C15DA650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5" y="314194"/>
            <a:ext cx="5911915" cy="6229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4C0975-82B4-D8FF-24B2-F8BE17FD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4194"/>
            <a:ext cx="6119908" cy="622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9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0E6F-9097-4BEC-82F5-3D069B4F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2818-8B2D-24BB-21DB-D737DFC6C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p = (1.7, -1.3, 0.5)</a:t>
            </a:r>
          </a:p>
          <a:p>
            <a:endParaRPr lang="en-GB"/>
          </a:p>
          <a:p>
            <a:pPr marL="0" indent="0">
              <a:buNone/>
            </a:pPr>
            <a:r>
              <a:rPr lang="en-GB"/>
              <a:t>x: 1.7 &gt; 1   →  x = 2 - 1.7 = 0.3</a:t>
            </a:r>
          </a:p>
          <a:p>
            <a:pPr marL="0" indent="0">
              <a:buNone/>
            </a:pPr>
            <a:r>
              <a:rPr lang="en-GB"/>
              <a:t>y: -1.3 &lt; -1 →  y = -2 - (-1.3) = -2 + 1.3 = -0.7</a:t>
            </a:r>
          </a:p>
          <a:p>
            <a:pPr marL="0" indent="0">
              <a:buNone/>
            </a:pPr>
            <a:r>
              <a:rPr lang="en-GB"/>
              <a:t>z: in range  →  z = 0.5</a:t>
            </a:r>
          </a:p>
          <a:p>
            <a:endParaRPr lang="en-GB"/>
          </a:p>
          <a:p>
            <a:pPr marL="0" indent="0">
              <a:buNone/>
            </a:pPr>
            <a:r>
              <a:rPr lang="en-GB"/>
              <a:t>after box fold: p = (0.3, -0.7, 0.5)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76374D-BBE0-8BE7-7CCC-F51704067AE7}"/>
              </a:ext>
            </a:extLst>
          </p:cNvPr>
          <p:cNvGrpSpPr/>
          <p:nvPr/>
        </p:nvGrpSpPr>
        <p:grpSpPr>
          <a:xfrm>
            <a:off x="4095823" y="598809"/>
            <a:ext cx="1625400" cy="799200"/>
            <a:chOff x="4095823" y="598809"/>
            <a:chExt cx="1625400" cy="79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CEC493-AE08-DB55-2854-3142DC8C6A28}"/>
                    </a:ext>
                  </a:extLst>
                </p14:cNvPr>
                <p14:cNvContentPartPr/>
                <p14:nvPr/>
              </p14:nvContentPartPr>
              <p14:xfrm>
                <a:off x="4417663" y="783129"/>
                <a:ext cx="303480" cy="385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CEC493-AE08-DB55-2854-3142DC8C6A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11543" y="777009"/>
                  <a:ext cx="3157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F55157-20A2-03EA-6F78-10403DEA389C}"/>
                    </a:ext>
                  </a:extLst>
                </p14:cNvPr>
                <p14:cNvContentPartPr/>
                <p14:nvPr/>
              </p14:nvContentPartPr>
              <p14:xfrm>
                <a:off x="4941103" y="928569"/>
                <a:ext cx="178920" cy="2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F55157-20A2-03EA-6F78-10403DEA38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34983" y="922449"/>
                  <a:ext cx="191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F965701-6FD9-DF66-4651-370D2C674650}"/>
                    </a:ext>
                  </a:extLst>
                </p14:cNvPr>
                <p14:cNvContentPartPr/>
                <p14:nvPr/>
              </p14:nvContentPartPr>
              <p14:xfrm>
                <a:off x="4980703" y="1018929"/>
                <a:ext cx="178200" cy="37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F965701-6FD9-DF66-4651-370D2C6746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74583" y="1012750"/>
                  <a:ext cx="190440" cy="501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BDFF77-214B-C73A-4296-5C647CD50E40}"/>
                    </a:ext>
                  </a:extLst>
                </p14:cNvPr>
                <p14:cNvContentPartPr/>
                <p14:nvPr/>
              </p14:nvContentPartPr>
              <p14:xfrm>
                <a:off x="5350423" y="791769"/>
                <a:ext cx="56880" cy="334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BDFF77-214B-C73A-4296-5C647CD50E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44303" y="785649"/>
                  <a:ext cx="691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29575BA-74CE-4689-4F33-0230911BD746}"/>
                    </a:ext>
                  </a:extLst>
                </p14:cNvPr>
                <p14:cNvContentPartPr/>
                <p14:nvPr/>
              </p14:nvContentPartPr>
              <p14:xfrm>
                <a:off x="4095823" y="598809"/>
                <a:ext cx="1607760" cy="794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29575BA-74CE-4689-4F33-0230911BD7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89703" y="592689"/>
                  <a:ext cx="162000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9B6657-C06D-1697-F0D9-170FCA713D52}"/>
                    </a:ext>
                  </a:extLst>
                </p14:cNvPr>
                <p14:cNvContentPartPr/>
                <p14:nvPr/>
              </p14:nvContentPartPr>
              <p14:xfrm>
                <a:off x="4270063" y="1299729"/>
                <a:ext cx="1451160" cy="9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9B6657-C06D-1697-F0D9-170FCA713D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63943" y="1293609"/>
                  <a:ext cx="1463400" cy="11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247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BAB434-8163-E49D-CA89-270C299B5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14466" cy="46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D7F365-2F3B-0B4B-45F3-6FC5DA754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232" y="0"/>
            <a:ext cx="6553768" cy="67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5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FF17B-14FA-AFED-4A99-C4E4B2A47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06062"/>
            <a:ext cx="5997460" cy="5845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B826A4-D75F-EDC6-15CE-05789294D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540" y="0"/>
            <a:ext cx="5997460" cy="65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D40022-2015-B13D-A829-E5853FFF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48" y="718457"/>
            <a:ext cx="6797629" cy="44733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1CD4EB-AE1E-3E6E-6DBB-921A46C9D7D5}"/>
              </a:ext>
            </a:extLst>
          </p:cNvPr>
          <p:cNvSpPr txBox="1"/>
          <p:nvPr/>
        </p:nvSpPr>
        <p:spPr>
          <a:xfrm>
            <a:off x="7266214" y="302359"/>
            <a:ext cx="460873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/>
              <a:t>Together they produce a structure with both cubic large-scale symmetry AND spherical fine-scale curvature. This is what gives the Mandelbox its distinctive appearance — it looks like a cubic arrangement of rounded, organic shapes.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2000"/>
              <a:t>The key interaction: with l = 1.0 and f = 1.0, the sphere fold boundary at r = 1.0 matches the box fold boundary. Points at the corners of the box (distance sqrt(3) ≈ 1.73 from origin) are outside the sphere — they pass through Zone 3 unchanged. </a:t>
            </a:r>
          </a:p>
          <a:p>
            <a:pPr>
              <a:buNone/>
            </a:pPr>
            <a:endParaRPr lang="en-US" sz="2000"/>
          </a:p>
          <a:p>
            <a:pPr>
              <a:buNone/>
            </a:pPr>
            <a:r>
              <a:rPr lang="en-US" sz="2000"/>
              <a:t>Points closer to the faces of the box (distance ≈ 1.0) are right on the sphere boundary. This creates the smooth rounded appearance at the corners and edges of the Mandelbox.</a:t>
            </a:r>
          </a:p>
        </p:txBody>
      </p:sp>
    </p:spTree>
    <p:extLst>
      <p:ext uri="{BB962C8B-B14F-4D97-AF65-F5344CB8AC3E}">
        <p14:creationId xmlns:p14="http://schemas.microsoft.com/office/powerpoint/2010/main" val="105037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AF8DD-7A38-A015-EB14-4E63DFF5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3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6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80C44-C8BE-14BA-A88D-037A89925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947" y="0"/>
            <a:ext cx="612747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303597-12E6-32DE-3EB1-5C12E0F87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74" y="0"/>
            <a:ext cx="6066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932CCB-B90D-76CC-9434-F6EB73759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0"/>
            <a:ext cx="9838944" cy="682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98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57094-9A80-706F-1BED-1473F8EA9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942"/>
            <a:ext cx="11448288" cy="68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7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58417-E4D8-4C03-C474-D386F5E5E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065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FD85D-3DEC-BF06-C4F6-3AEF4D540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1353312"/>
            <a:ext cx="7034784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ABABE-34FE-E51B-FEF6-5CE3FDB2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5" y="0"/>
            <a:ext cx="72051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7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E002C9-366C-2FA0-BEDB-0797B1ED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176"/>
            <a:ext cx="12203320" cy="63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71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D6FD51-C455-7E67-C633-42316B58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31" y="145782"/>
            <a:ext cx="6961138" cy="671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4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E1813A-2F2D-EB30-BBED-ED03383EC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9" y="1679382"/>
            <a:ext cx="11615722" cy="32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B6D7EA-D4C0-0C3D-0F91-29622FF71784}"/>
              </a:ext>
            </a:extLst>
          </p:cNvPr>
          <p:cNvSpPr txBox="1"/>
          <p:nvPr/>
        </p:nvSpPr>
        <p:spPr>
          <a:xfrm>
            <a:off x="6449786" y="802211"/>
            <a:ext cx="535577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rgbClr val="0A0A0A"/>
                </a:solidFill>
                <a:effectLst/>
                <a:latin typeface="Google Sans"/>
              </a:rPr>
              <a:t>Escaping Points (The Outside/Exterior):</a:t>
            </a:r>
            <a:r>
              <a:rPr lang="en-US" sz="2800" b="0" i="0">
                <a:solidFill>
                  <a:srgbClr val="0A0A0A"/>
                </a:solidFill>
                <a:effectLst/>
                <a:latin typeface="Google Sans"/>
              </a:rPr>
              <a:t> Points whose values eventually explode toward infinity. These are colored based on </a:t>
            </a:r>
            <a:r>
              <a:rPr lang="en-US" sz="2800" b="0" i="1">
                <a:solidFill>
                  <a:srgbClr val="0A0A0A"/>
                </a:solidFill>
                <a:effectLst/>
                <a:latin typeface="Google Sans"/>
              </a:rPr>
              <a:t>how quickly</a:t>
            </a:r>
            <a:r>
              <a:rPr lang="en-US" sz="2800" b="0" i="0">
                <a:solidFill>
                  <a:srgbClr val="0A0A0A"/>
                </a:solidFill>
                <a:effectLst/>
                <a:latin typeface="Google Sans"/>
              </a:rPr>
              <a:t> they escaped (their escape velocity), resulting in colorful gradients.</a:t>
            </a:r>
          </a:p>
          <a:p>
            <a:pPr algn="l"/>
            <a:endParaRPr lang="en-US" sz="2800" b="0" i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rgbClr val="0A0A0A"/>
                </a:solidFill>
                <a:effectLst/>
                <a:latin typeface="Google Sans"/>
              </a:rPr>
              <a:t>Trapped Points (The Inside/Set):</a:t>
            </a:r>
            <a:r>
              <a:rPr lang="en-US" sz="2800" b="0" i="0">
                <a:solidFill>
                  <a:srgbClr val="0A0A0A"/>
                </a:solidFill>
                <a:effectLst/>
                <a:latin typeface="Google Sans"/>
              </a:rPr>
              <a:t> Points that do not diverge. Their coordinates fold and bounce around a confined space without ever leaving the boundary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E500C3-E4C0-21E8-8238-9C0B20F8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" y="0"/>
            <a:ext cx="6013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15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5973A2-BCDE-B66E-1180-0CB8563949CE}"/>
                  </a:ext>
                </a:extLst>
              </p14:cNvPr>
              <p14:cNvContentPartPr/>
              <p14:nvPr/>
            </p14:nvContentPartPr>
            <p14:xfrm>
              <a:off x="2297983" y="1920137"/>
              <a:ext cx="49320" cy="4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5973A2-BCDE-B66E-1180-0CB8563949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1863" y="1914017"/>
                <a:ext cx="61560" cy="5976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E806B51-D5F5-F3A4-A97B-6AFF78EF2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1886"/>
            <a:ext cx="1215103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7CB05E-9E74-B4C9-553F-0CAEEBC6E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440"/>
            <a:ext cx="5453683" cy="5913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FD515B-1D0E-C4AF-26D7-49759D2D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663" y="0"/>
            <a:ext cx="671433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40114B-7B31-AB36-9454-8BB8518BFEA7}"/>
                  </a:ext>
                </a:extLst>
              </p14:cNvPr>
              <p14:cNvContentPartPr/>
              <p14:nvPr/>
            </p14:nvContentPartPr>
            <p14:xfrm>
              <a:off x="9465943" y="3672257"/>
              <a:ext cx="545760" cy="356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40114B-7B31-AB36-9454-8BB8518BFE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59823" y="3666137"/>
                <a:ext cx="558000" cy="36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D21727D-1513-896F-F017-CC058DAB4784}"/>
              </a:ext>
            </a:extLst>
          </p:cNvPr>
          <p:cNvGrpSpPr/>
          <p:nvPr/>
        </p:nvGrpSpPr>
        <p:grpSpPr>
          <a:xfrm>
            <a:off x="9568543" y="3600617"/>
            <a:ext cx="639360" cy="259200"/>
            <a:chOff x="9568543" y="3600617"/>
            <a:chExt cx="63936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F531BC-0546-1C55-0F00-BFF31C0CB16F}"/>
                    </a:ext>
                  </a:extLst>
                </p14:cNvPr>
                <p14:cNvContentPartPr/>
                <p14:nvPr/>
              </p14:nvContentPartPr>
              <p14:xfrm>
                <a:off x="9665023" y="3738497"/>
                <a:ext cx="92520" cy="58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F531BC-0546-1C55-0F00-BFF31C0CB1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8903" y="3732377"/>
                  <a:ext cx="104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062A7F-CA5F-EF93-497A-6E5B2DA42735}"/>
                    </a:ext>
                  </a:extLst>
                </p14:cNvPr>
                <p14:cNvContentPartPr/>
                <p14:nvPr/>
              </p14:nvContentPartPr>
              <p14:xfrm>
                <a:off x="9568543" y="3767657"/>
                <a:ext cx="181080" cy="9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062A7F-CA5F-EF93-497A-6E5B2DA427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62423" y="3761513"/>
                  <a:ext cx="193320" cy="1044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8455B4A-470B-EA1F-C601-0C5B1D7C746E}"/>
                    </a:ext>
                  </a:extLst>
                </p14:cNvPr>
                <p14:cNvContentPartPr/>
                <p14:nvPr/>
              </p14:nvContentPartPr>
              <p14:xfrm>
                <a:off x="10028983" y="3600617"/>
                <a:ext cx="178920" cy="172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8455B4A-470B-EA1F-C601-0C5B1D7C74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22863" y="3594484"/>
                  <a:ext cx="191160" cy="18506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97771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30911-9669-D782-B872-6C8E48200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371" y="0"/>
            <a:ext cx="5595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41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10624-6358-9953-D240-86CB3E552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02" y="0"/>
            <a:ext cx="6101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16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5310-A744-FA08-69FE-6F2DC7B2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Worked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9A54A-5264-8A64-0E60-828E44308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31" y="1690688"/>
            <a:ext cx="12019469" cy="49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47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D75FE8-6759-38A0-4F2F-B954D5864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2057" cy="5000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D1DAAE-AEB8-82C2-A45B-FC034EE4B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462" y="3697230"/>
            <a:ext cx="8213538" cy="303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3BEE6-B8C0-F2F4-E2EF-0D7F6467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993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CE5E84-2396-7845-4757-4A3E41B3ECA0}"/>
              </a:ext>
            </a:extLst>
          </p:cNvPr>
          <p:cNvSpPr txBox="1"/>
          <p:nvPr/>
        </p:nvSpPr>
        <p:spPr>
          <a:xfrm>
            <a:off x="8045904" y="2354721"/>
            <a:ext cx="304663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r² = 1.662 + 2.644 + 1.175 = 5.481</a:t>
            </a:r>
          </a:p>
          <a:p>
            <a:endParaRPr lang="en-GB" sz="2800"/>
          </a:p>
          <a:p>
            <a:r>
              <a:rPr lang="en-GB" sz="2800"/>
              <a:t>r = 2.341 &gt; 2.0 → ESCAPED at iteration 2</a:t>
            </a:r>
          </a:p>
        </p:txBody>
      </p:sp>
    </p:spTree>
    <p:extLst>
      <p:ext uri="{BB962C8B-B14F-4D97-AF65-F5344CB8AC3E}">
        <p14:creationId xmlns:p14="http://schemas.microsoft.com/office/powerpoint/2010/main" val="3476356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057DC-9FDB-EA51-FE4E-98F052BF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64880" cy="67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40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6F86-93A2-7241-9022-44507F05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/>
            </a:br>
            <a:r>
              <a:rPr lang="en-US" b="1"/>
              <a:t>Why The Derivative Method Gives A Smaller (Safer) Distance</a:t>
            </a:r>
            <a:br>
              <a:rPr lang="en-US" b="1"/>
            </a:b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31E83-1389-6952-2BB9-4FD69FB8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derivative method accounts for the actual stretching that happened during iteration. In our example dr = 8.422 — space was stretched significantly. That means we are likely close to the fractal boundary — the large dr is a warning to be cautious — so the distance estimate comes out smaller and more conservative.</a:t>
            </a:r>
          </a:p>
          <a:p>
            <a:r>
              <a:rPr lang="en-US"/>
              <a:t>The constant method ignores this and just uses a fixed denominator. It is less sensitive to how chaotic the iteration was.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982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6D0537-E33E-63DC-FA5C-DE534DD79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48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2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Widescreen</PresentationFormat>
  <Paragraphs>28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Mandelbox Math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</vt:lpstr>
      <vt:lpstr>PowerPoint Presentation</vt:lpstr>
      <vt:lpstr>PowerPoint Presentation</vt:lpstr>
      <vt:lpstr>PowerPoint Presentation</vt:lpstr>
      <vt:lpstr> Why The Derivative Method Gives A Smaller (Safer) Distance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Thanus Palakumar</dc:creator>
  <cp:lastModifiedBy>Thanus Palakumar</cp:lastModifiedBy>
  <cp:revision>3</cp:revision>
  <dcterms:created xsi:type="dcterms:W3CDTF">2026-05-26T19:43:32Z</dcterms:created>
  <dcterms:modified xsi:type="dcterms:W3CDTF">2026-05-27T23:02:17Z</dcterms:modified>
</cp:coreProperties>
</file>